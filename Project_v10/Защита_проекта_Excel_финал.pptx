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3" r:id="rId2"/>
    <p:sldMasterId id="2147483674" r:id="rId3"/>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type="screen16x9"/>
  <p:notesSz cx="6858000" cy="9144000"/>
  <p:embeddedFontLst>
    <p:embeddedFont>
      <p:font typeface="Roboto" panose="02000000000000000000" pitchFamily="2" charset="0"/>
      <p:regular r:id="rId24"/>
      <p:bold r:id="rId25"/>
      <p:italic r:id="rId26"/>
      <p:boldItalic r:id="rId27"/>
    </p:embeddedFont>
    <p:embeddedFont>
      <p:font typeface="Roboto Medium" panose="02000000000000000000" pitchFamily="2" charset="0"/>
      <p:regular r:id="rId28"/>
      <p:bold r:id="rId29"/>
      <p:italic r:id="rId30"/>
      <p:boldItalic r:id="rId31"/>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BD623A0-F753-409D-B414-B5DF9D8F98A2}">
  <a:tblStyle styleId="{6BD623A0-F753-409D-B414-B5DF9D8F98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39" d="100"/>
          <a:sy n="139" d="100"/>
        </p:scale>
        <p:origin x="176"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Проект ищет и маскирует ФИО и организации в Excel-файлах, выгруженных из CRM. Модель сначала обучена на Collection3, затем дообучена на размеченной Excel-выгрузке. Работа с файлами и оценка выполняются локально в одном ноутбуке. Прямого подключения к CRM нет.</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Прикладная </a:t>
            </a:r>
            <a:r>
              <a:rPr dirty="0" err="1"/>
              <a:t>задача</a:t>
            </a:r>
            <a:r>
              <a:rPr dirty="0"/>
              <a:t> </a:t>
            </a:r>
            <a:r>
              <a:rPr dirty="0" err="1"/>
              <a:t>относится</a:t>
            </a:r>
            <a:r>
              <a:rPr dirty="0"/>
              <a:t> </a:t>
            </a:r>
            <a:r>
              <a:rPr dirty="0" err="1"/>
              <a:t>к</a:t>
            </a:r>
            <a:r>
              <a:rPr dirty="0"/>
              <a:t> </a:t>
            </a:r>
            <a:r>
              <a:rPr dirty="0" err="1"/>
              <a:t>текстовым</a:t>
            </a:r>
            <a:r>
              <a:rPr dirty="0"/>
              <a:t> </a:t>
            </a:r>
            <a:r>
              <a:rPr dirty="0" err="1"/>
              <a:t>полям</a:t>
            </a:r>
            <a:r>
              <a:rPr dirty="0"/>
              <a:t> </a:t>
            </a:r>
            <a:r>
              <a:rPr dirty="0" err="1"/>
              <a:t>в</a:t>
            </a:r>
            <a:r>
              <a:rPr dirty="0"/>
              <a:t> </a:t>
            </a:r>
            <a:r>
              <a:rPr dirty="0" err="1"/>
              <a:t>локальных</a:t>
            </a:r>
            <a:r>
              <a:rPr dirty="0"/>
              <a:t> Excel-</a:t>
            </a:r>
            <a:r>
              <a:rPr dirty="0" err="1"/>
              <a:t>выгрузках</a:t>
            </a:r>
            <a:r>
              <a:rPr dirty="0"/>
              <a:t>. ФИО </a:t>
            </a:r>
            <a:r>
              <a:rPr dirty="0" err="1"/>
              <a:t>и</a:t>
            </a:r>
            <a:r>
              <a:rPr dirty="0"/>
              <a:t> </a:t>
            </a:r>
            <a:r>
              <a:rPr dirty="0" err="1"/>
              <a:t>названия</a:t>
            </a:r>
            <a:r>
              <a:rPr dirty="0"/>
              <a:t> </a:t>
            </a:r>
            <a:r>
              <a:rPr dirty="0" err="1"/>
              <a:t>организаций</a:t>
            </a:r>
            <a:r>
              <a:rPr dirty="0"/>
              <a:t> </a:t>
            </a:r>
            <a:r>
              <a:rPr dirty="0" err="1"/>
              <a:t>встречаются</a:t>
            </a:r>
            <a:r>
              <a:rPr dirty="0"/>
              <a:t> </a:t>
            </a:r>
            <a:r>
              <a:rPr dirty="0" err="1"/>
              <a:t>внутри</a:t>
            </a:r>
            <a:r>
              <a:rPr dirty="0"/>
              <a:t> </a:t>
            </a:r>
            <a:r>
              <a:rPr dirty="0" err="1"/>
              <a:t>свободного</a:t>
            </a:r>
            <a:r>
              <a:rPr dirty="0"/>
              <a:t> </a:t>
            </a:r>
            <a:r>
              <a:rPr dirty="0" err="1"/>
              <a:t>текста</a:t>
            </a:r>
            <a:r>
              <a:rPr dirty="0"/>
              <a:t>. </a:t>
            </a:r>
            <a:r>
              <a:rPr lang="ru-RU" dirty="0"/>
              <a:t>Модель</a:t>
            </a:r>
            <a:r>
              <a:rPr dirty="0"/>
              <a:t> </a:t>
            </a:r>
            <a:r>
              <a:rPr dirty="0" err="1"/>
              <a:t>находит</a:t>
            </a:r>
            <a:r>
              <a:rPr dirty="0"/>
              <a:t> </a:t>
            </a:r>
            <a:r>
              <a:rPr dirty="0" err="1"/>
              <a:t>их</a:t>
            </a:r>
            <a:r>
              <a:rPr dirty="0"/>
              <a:t> </a:t>
            </a:r>
            <a:r>
              <a:rPr dirty="0" err="1"/>
              <a:t>и</a:t>
            </a:r>
            <a:r>
              <a:rPr dirty="0"/>
              <a:t> </a:t>
            </a:r>
            <a:r>
              <a:rPr dirty="0" err="1"/>
              <a:t>заменяет</a:t>
            </a:r>
            <a:r>
              <a:rPr dirty="0"/>
              <a:t> </a:t>
            </a:r>
            <a:r>
              <a:rPr dirty="0" err="1"/>
              <a:t>метками</a:t>
            </a:r>
            <a:r>
              <a:rPr dirty="0"/>
              <a:t>.</a:t>
            </a:r>
          </a:p>
          <a:p>
            <a:pPr marL="0" lvl="0" indent="0" algn="l">
              <a:spcBef>
                <a:spcPts val="0"/>
              </a:spcBef>
              <a:spcAft>
                <a:spcPts val="0"/>
              </a:spcAft>
              <a:buNone/>
            </a:pPr>
            <a:endParaRPr dirty="0"/>
          </a:p>
          <a:p>
            <a:pPr marL="0" lvl="0" indent="0" algn="l">
              <a:spcBef>
                <a:spcPts val="0"/>
              </a:spcBef>
              <a:spcAft>
                <a:spcPts val="0"/>
              </a:spcAft>
              <a:buNone/>
            </a:pPr>
            <a:r>
              <a:rPr dirty="0" err="1"/>
              <a:t>Источник</a:t>
            </a:r>
            <a:r>
              <a:rPr dirty="0"/>
              <a:t>: </a:t>
            </a:r>
            <a:r>
              <a:rPr dirty="0" err="1"/>
              <a:t>Исходная</a:t>
            </a:r>
            <a:r>
              <a:rPr dirty="0"/>
              <a:t> </a:t>
            </a:r>
            <a:r>
              <a:rPr dirty="0" err="1"/>
              <a:t>презентация</a:t>
            </a:r>
            <a:r>
              <a:rPr dirty="0"/>
              <a:t>; </a:t>
            </a:r>
            <a:r>
              <a:rPr dirty="0" err="1"/>
              <a:t>model.ipynb</a:t>
            </a:r>
            <a:endParaRPr dirty="0"/>
          </a:p>
          <a:p>
            <a:pPr marL="0" lvl="0" indent="0" algn="l">
              <a:spcBef>
                <a:spcPts val="0"/>
              </a:spcBef>
              <a:spcAft>
                <a:spcPts val="0"/>
              </a:spcAft>
              <a:buNone/>
            </a:pPr>
            <a:r>
              <a:rPr dirty="0" err="1"/>
              <a:t>Ноутбук</a:t>
            </a:r>
            <a:r>
              <a:rPr dirty="0"/>
              <a:t>: </a:t>
            </a:r>
            <a:r>
              <a:rPr dirty="0" err="1"/>
              <a:t>model.ipynb</a:t>
            </a:r>
            <a:r>
              <a:rPr dirty="0"/>
              <a:t>, </a:t>
            </a:r>
            <a:r>
              <a:rPr dirty="0" err="1"/>
              <a:t>раздел</a:t>
            </a:r>
            <a:r>
              <a:rPr dirty="0"/>
              <a:t>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Подготовка новостных данных, исходное обучение, дообучение на Excel и сравнение до/после выполнены. Прототип умеет маскировать текст и сохранять новый Excel-файл. Качество маскировки организаций остаётся ограничением.</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Рабочий код собран в model.ipynb. PyTorch выполняет обучение и применение модели, Transformers загружает RuBERT-tiny2 и токенизатор. Метрики выводятся таблицами pandas и графиками matplotlib. openpyxl читает размеченную книгу и сохраняет результат маскировки. Новые JSON-отчёты не создаются.</a:t>
            </a:r>
          </a:p>
          <a:p>
            <a:pPr marL="0" lvl="0" indent="0" algn="l">
              <a:spcBef>
                <a:spcPts val="0"/>
              </a:spcBef>
              <a:spcAft>
                <a:spcPts val="0"/>
              </a:spcAft>
              <a:buNone/>
            </a:pPr>
            <a:endParaRPr/>
          </a:p>
          <a:p>
            <a:pPr marL="0" lvl="0" indent="0" algn="l">
              <a:spcBef>
                <a:spcPts val="0"/>
              </a:spcBef>
              <a:spcAft>
                <a:spcPts val="0"/>
              </a:spcAft>
              <a:buNone/>
            </a:pPr>
            <a:r>
              <a:t>Источник: model.ipynb; README.md</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Исходные веса обучены на новостном корпусе Collection3. Таблица показывает размеры выборок после удаления повторов. Используются классы PER и ORG, географические названия переходят в O. Excel-выгрузка разделена отдельно.</a:t>
            </a:r>
          </a:p>
          <a:p>
            <a:pPr marL="0" lvl="0" indent="0" algn="l">
              <a:spcBef>
                <a:spcPts val="0"/>
              </a:spcBef>
              <a:spcAft>
                <a:spcPts val="0"/>
              </a:spcAft>
              <a:buNone/>
            </a:pPr>
            <a:endParaRPr/>
          </a:p>
          <a:p>
            <a:pPr marL="0" lvl="0" indent="0" algn="l">
              <a:spcBef>
                <a:spcPts val="0"/>
              </a:spcBef>
              <a:spcAft>
                <a:spcPts val="0"/>
              </a:spcAft>
              <a:buNone/>
            </a:pPr>
            <a:r>
              <a:t>Источник: Исходная презентация; model.ipynb, разделы 2 и 5</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Задача решается как классификация токенов. Используются пять меток: O, B-PER, I-PER, B-ORG и I-ORG. Начало сущности помечается B, продолжение — I. Иллюстрация с Иваном Петровым показывает принцип разметки, а не результат запуска модели. BERT разбивает слова на субтокены: метка и loss относятся только к первому субтокену, остальные получают -100. Специальные токены и padding также исключаются из loss.</a:t>
            </a:r>
          </a:p>
          <a:p>
            <a:pPr marL="0" lvl="0" indent="0" algn="l">
              <a:spcBef>
                <a:spcPts val="0"/>
              </a:spcBef>
              <a:spcAft>
                <a:spcPts val="0"/>
              </a:spcAft>
              <a:buNone/>
            </a:pPr>
            <a:endParaRPr/>
          </a:p>
          <a:p>
            <a:pPr marL="0" lvl="0" indent="0" algn="l">
              <a:spcBef>
                <a:spcPts val="0"/>
              </a:spcBef>
              <a:spcAft>
                <a:spcPts val="0"/>
              </a:spcAft>
              <a:buNone/>
            </a:pPr>
            <a:r>
              <a:t>Источник: /Users/alexeypetrischev/all_repos/serch_pers/model.ipynb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Слова сохраняют координаты исходного текста. Длинный текст делится на окна до 128 токенов без разрезания слов. После предсказания собираются интервалы сущностей, затем они заменяются метками. Почта и телефоны обрабатываются правилами.</a:t>
            </a:r>
          </a:p>
          <a:p>
            <a:pPr marL="0" lvl="0" indent="0" algn="l">
              <a:spcBef>
                <a:spcPts val="0"/>
              </a:spcBef>
              <a:spcAft>
                <a:spcPts val="0"/>
              </a:spcAft>
              <a:buNone/>
            </a:pPr>
            <a:endParaRPr/>
          </a:p>
          <a:p>
            <a:pPr marL="0" lvl="0" indent="0" algn="l">
              <a:spcBef>
                <a:spcPts val="0"/>
              </a:spcBef>
              <a:spcAft>
                <a:spcPts val="0"/>
              </a:spcAft>
              <a:buNone/>
            </a:pPr>
            <a:r>
              <a:t>Источник: model.ipynb, разделы 3 и 9</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Это результаты исходного обучения на Collection3, а не дообучения на Excel. По validation выбран learning rate 1e-4 с macro F1 0.9207569847. Отдельный test не участвовал в выборе.</a:t>
            </a:r>
          </a:p>
          <a:p>
            <a:pPr marL="0" lvl="0" indent="0" algn="l">
              <a:spcBef>
                <a:spcPts val="0"/>
              </a:spcBef>
              <a:spcAft>
                <a:spcPts val="0"/>
              </a:spcAft>
              <a:buNone/>
            </a:pPr>
            <a:endParaRPr/>
          </a:p>
          <a:p>
            <a:pPr marL="0" lvl="0" indent="0" algn="l">
              <a:spcBef>
                <a:spcPts val="0"/>
              </a:spcBef>
              <a:spcAft>
                <a:spcPts val="0"/>
              </a:spcAft>
              <a:buNone/>
            </a:pPr>
            <a:r>
              <a:t>Источник: model.ipynb, раздел 5</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На новостном test из 1903 текстов PER F1 равен 0.9724, ORG F1 равен 0.8718. Эти числа не характеризуют Excel-выгрузку. Далее показаны отдельные измерения на целевом наборе.</a:t>
            </a:r>
          </a:p>
          <a:p>
            <a:pPr marL="0" lvl="0" indent="0" algn="l">
              <a:spcBef>
                <a:spcPts val="0"/>
              </a:spcBef>
              <a:spcAft>
                <a:spcPts val="0"/>
              </a:spcAft>
              <a:buNone/>
            </a:pPr>
            <a:endParaRPr/>
          </a:p>
          <a:p>
            <a:pPr marL="0" lvl="0" indent="0" algn="l">
              <a:spcBef>
                <a:spcPts val="0"/>
              </a:spcBef>
              <a:spcAft>
                <a:spcPts val="0"/>
              </a:spcAft>
              <a:buNone/>
            </a:pPr>
            <a:r>
              <a:t>Источник: model/training_provenance.json; model.ipynb, раздел 6</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В файле было 2975 строк, из них 2973 со статусом проверено. Исключены 468 точных дублей и 2 непроверенные строки. Осталось 2505 уникальных примеров, из них 1884 без сущностей. Разделение групп комментариев 80/10/10, seed 42. Варианты текста с различиями регистра и пробелов остаются в одной части. Совпадение самих имён между разными комментариями не исключается.</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Сохранённый запуск 26.10.2026 начался с локальных весов, обученных на Collection3. Пять эпох, learning rate 2e-5, batch 2 с накоплением 8, устройство MPS. Время обучения 108.2356 секунды. На четвёртой эпохе validation macro F1 достиг 0.6902294, на пятой составил 0.6872897. Для итогового test выбран checkpoint четвёртой эпохи. График matplotlib построен по training_history сохранённого запуска.</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До означает исходную модель после обучения на Collection3. После означает дообучение на размеченной Excel-выгрузке. Обе модели проверены на одном отложенном test. Правильная сущность требует точного совпадения начала, конца и типа. Micro F1 объединяет сущности всех классов, macro F1 усредняет F1 PER и ORG. Значения округлены до трёх знаков.</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PER F1 вырос с 0.730769 до 0.86, ORG F1 с 0.129496 до 0.403846, micro F1 с 0.386831 до 0.703947. До дообучения было 18 точных находок ORG, 215 ложных выделений и 27 пропусков. После 21 точная находка, 38 ложных выделений и 24 пропуска. Главный вклад в рост ORG F1 дало сокращение ложных выделений. Пропуск по exact-метрике может включать частично распознанное название.</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Покрытие символов PER выросло с 91.25 до 96.25 процента. Покрытие ORG снизилось с 85.018 до 78.339 процента. Текстов с остатком PER стало 5 из 41 вместо 8 из 41. Текстов с остатком ORG стало 15 из 39 вместо 12 из 39. Доли считаются среди комментариев с соответствующим классом. Покрытие символов учитывает любые предсказанные интервалы PER или ORG, даже если тип не совпал. Исходная модель выделяла много лишнего, что могло повышать покрытие при низкой precision.</a:t>
            </a:r>
          </a:p>
          <a:p>
            <a:pPr marL="0" lvl="0" indent="0" algn="l">
              <a:spcBef>
                <a:spcPts val="0"/>
              </a:spcBef>
              <a:spcAft>
                <a:spcPts val="0"/>
              </a:spcAft>
              <a:buNone/>
            </a:pPr>
            <a:endParaRPr/>
          </a:p>
          <a:p>
            <a:pPr marL="0" lvl="0" indent="0" algn="l">
              <a:spcBef>
                <a:spcPts val="0"/>
              </a:spcBef>
              <a:spcAft>
                <a:spcPts val="0"/>
              </a:spcAft>
              <a:buNone/>
            </a:pPr>
            <a:r>
              <a:t>Источник: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Сложности подтверждаются агрегатами набора и метриками. Проверка разметки исключает противоречивые дубли, несовпадения текста по координатам и границы внутри токена. Снижение качества при переносе с новостей потребовало дообучения. Дисбаланс количества комментариев без сущностей и ограниченная разметка ORG остаются возможными ограничениями. Вес ORG 1.5 добавлен как вариант будущего эксперимента, результат такого запуска на Excel ещё не измерен.</a:t>
            </a:r>
          </a:p>
          <a:p>
            <a:endParaRPr/>
          </a:p>
          <a:p>
            <a:r>
              <a:t>Источник: runs/crm_20261026_124828_530079/crm_report.json</a:t>
            </a:r>
          </a:p>
          <a:p>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ноутбуке остаются последовательные ячейки загрузки Excel, обучения, сравнения на validation и финального test. Переключатели по умолчанию выключены. SEARCH_PARAMS включает сравнение настроек. RUN_TEST включается после выбора модели, затем выполняется только ячейка финального test на том же разделении из памяти. Исходный Excel не меняется. Для маскировки используется выбранная модель. Отчёты JSON и файлы истории больше не нужны.</a:t>
            </a:r>
          </a:p>
          <a:p>
            <a:endParaRPr/>
          </a:p>
          <a:p>
            <a:r>
              <a:t>Источник: model.ipynb; README.md</a:t>
            </a:r>
          </a:p>
          <a:p>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ноутбуке подготовлен поиск learning rate 1e-5, 2e-5, 5e-5 и отдельный вариант с весом B-ORG и I-ORG 1.5. Каждый эксперимент начинается с одних исходных весов. Разделение фиксировано SPLIT_SEED 42, seed обучения меняется отдельно. Максимум поиска 10 эпох, остановка после двух эпох без улучшения. Результаты сравниваются по среднему validation macro F1. Новые варианты пока не дают измеренного прироста на Excel. Маленький test ограничивает уверенность в небольших изменениях.</a:t>
            </a:r>
          </a:p>
          <a:p>
            <a:endParaRPr/>
          </a:p>
          <a:p>
            <a:r>
              <a:t>Источник: model.ipynb, раздел 8; runs/crm_20261026_124828_530079/crm_report.json</a:t>
            </a:r>
          </a:p>
          <a:p>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Проект </a:t>
            </a:r>
            <a:r>
              <a:rPr dirty="0" err="1"/>
              <a:t>прошёл</a:t>
            </a:r>
            <a:r>
              <a:rPr dirty="0"/>
              <a:t> </a:t>
            </a:r>
            <a:r>
              <a:rPr dirty="0" err="1"/>
              <a:t>путь</a:t>
            </a:r>
            <a:r>
              <a:rPr dirty="0"/>
              <a:t> </a:t>
            </a:r>
            <a:r>
              <a:rPr dirty="0" err="1"/>
              <a:t>от</a:t>
            </a:r>
            <a:r>
              <a:rPr dirty="0"/>
              <a:t> </a:t>
            </a:r>
            <a:r>
              <a:rPr dirty="0" err="1"/>
              <a:t>исходного</a:t>
            </a:r>
            <a:r>
              <a:rPr dirty="0"/>
              <a:t> </a:t>
            </a:r>
            <a:r>
              <a:rPr dirty="0" err="1"/>
              <a:t>обучения</a:t>
            </a:r>
            <a:r>
              <a:rPr dirty="0"/>
              <a:t> </a:t>
            </a:r>
            <a:r>
              <a:rPr dirty="0" err="1"/>
              <a:t>на</a:t>
            </a:r>
            <a:r>
              <a:rPr dirty="0"/>
              <a:t> </a:t>
            </a:r>
            <a:r>
              <a:rPr dirty="0" err="1"/>
              <a:t>новостях</a:t>
            </a:r>
            <a:r>
              <a:rPr dirty="0"/>
              <a:t> </a:t>
            </a:r>
            <a:r>
              <a:rPr dirty="0" err="1"/>
              <a:t>до</a:t>
            </a:r>
            <a:r>
              <a:rPr dirty="0"/>
              <a:t> </a:t>
            </a:r>
            <a:r>
              <a:rPr dirty="0" err="1"/>
              <a:t>измеренного</a:t>
            </a:r>
            <a:r>
              <a:rPr dirty="0"/>
              <a:t> </a:t>
            </a:r>
            <a:r>
              <a:rPr dirty="0" err="1"/>
              <a:t>дообучения</a:t>
            </a:r>
            <a:r>
              <a:rPr dirty="0"/>
              <a:t> </a:t>
            </a:r>
            <a:r>
              <a:rPr dirty="0" err="1"/>
              <a:t>на</a:t>
            </a:r>
            <a:r>
              <a:rPr dirty="0"/>
              <a:t> </a:t>
            </a:r>
            <a:r>
              <a:rPr dirty="0" err="1"/>
              <a:t>целевой</a:t>
            </a:r>
            <a:r>
              <a:rPr dirty="0"/>
              <a:t> Excel-</a:t>
            </a:r>
            <a:r>
              <a:rPr dirty="0" err="1"/>
              <a:t>выгрузке</a:t>
            </a:r>
            <a:r>
              <a:rPr dirty="0"/>
              <a:t>. Качество </a:t>
            </a:r>
            <a:r>
              <a:rPr dirty="0" err="1"/>
              <a:t>извлечения</a:t>
            </a:r>
            <a:r>
              <a:rPr dirty="0"/>
              <a:t> </a:t>
            </a:r>
            <a:r>
              <a:rPr dirty="0" err="1"/>
              <a:t>выросло</a:t>
            </a:r>
            <a:r>
              <a:rPr dirty="0"/>
              <a:t> </a:t>
            </a:r>
            <a:r>
              <a:rPr dirty="0" err="1"/>
              <a:t>по</a:t>
            </a:r>
            <a:r>
              <a:rPr dirty="0"/>
              <a:t> </a:t>
            </a:r>
            <a:r>
              <a:rPr dirty="0" err="1"/>
              <a:t>обоим</a:t>
            </a:r>
            <a:r>
              <a:rPr dirty="0"/>
              <a:t> </a:t>
            </a:r>
            <a:r>
              <a:rPr dirty="0" err="1"/>
              <a:t>классам</a:t>
            </a:r>
            <a:r>
              <a:rPr dirty="0"/>
              <a:t>. ФИО </a:t>
            </a:r>
            <a:r>
              <a:rPr dirty="0" err="1"/>
              <a:t>распознаются</a:t>
            </a:r>
            <a:r>
              <a:rPr dirty="0"/>
              <a:t> </a:t>
            </a:r>
            <a:r>
              <a:rPr dirty="0" err="1"/>
              <a:t>лучше</a:t>
            </a:r>
            <a:r>
              <a:rPr dirty="0"/>
              <a:t> </a:t>
            </a:r>
            <a:r>
              <a:rPr dirty="0" err="1"/>
              <a:t>организаций</a:t>
            </a:r>
            <a:r>
              <a:rPr dirty="0"/>
              <a:t>. </a:t>
            </a:r>
            <a:r>
              <a:rPr dirty="0" err="1"/>
              <a:t>Рост</a:t>
            </a:r>
            <a:r>
              <a:rPr dirty="0"/>
              <a:t> F1 </a:t>
            </a:r>
            <a:r>
              <a:rPr dirty="0" err="1"/>
              <a:t>не</a:t>
            </a:r>
            <a:r>
              <a:rPr dirty="0"/>
              <a:t> </a:t>
            </a:r>
            <a:r>
              <a:rPr dirty="0" err="1"/>
              <a:t>снял</a:t>
            </a:r>
            <a:r>
              <a:rPr dirty="0"/>
              <a:t> </a:t>
            </a:r>
            <a:r>
              <a:rPr dirty="0" err="1"/>
              <a:t>проблему</a:t>
            </a:r>
            <a:r>
              <a:rPr dirty="0"/>
              <a:t> </a:t>
            </a:r>
            <a:r>
              <a:rPr dirty="0" err="1"/>
              <a:t>частично</a:t>
            </a:r>
            <a:r>
              <a:rPr dirty="0"/>
              <a:t> </a:t>
            </a:r>
            <a:r>
              <a:rPr dirty="0" err="1"/>
              <a:t>открытых</a:t>
            </a:r>
            <a:r>
              <a:rPr dirty="0"/>
              <a:t> </a:t>
            </a:r>
            <a:r>
              <a:rPr dirty="0" err="1"/>
              <a:t>организаций</a:t>
            </a:r>
            <a:r>
              <a:rPr dirty="0"/>
              <a:t>, </a:t>
            </a:r>
            <a:r>
              <a:rPr dirty="0" err="1"/>
              <a:t>поэтому</a:t>
            </a:r>
            <a:r>
              <a:rPr dirty="0"/>
              <a:t> </a:t>
            </a:r>
            <a:r>
              <a:rPr dirty="0" err="1"/>
              <a:t>полнота</a:t>
            </a:r>
            <a:r>
              <a:rPr dirty="0"/>
              <a:t> </a:t>
            </a:r>
            <a:r>
              <a:rPr dirty="0" err="1"/>
              <a:t>маскировки</a:t>
            </a:r>
            <a:r>
              <a:rPr dirty="0"/>
              <a:t> </a:t>
            </a:r>
            <a:r>
              <a:rPr dirty="0" err="1"/>
              <a:t>остаётся</a:t>
            </a:r>
            <a:r>
              <a:rPr dirty="0"/>
              <a:t> </a:t>
            </a:r>
            <a:r>
              <a:rPr dirty="0" err="1"/>
              <a:t>отдельным</a:t>
            </a:r>
            <a:r>
              <a:rPr dirty="0"/>
              <a:t> </a:t>
            </a:r>
            <a:r>
              <a:rPr dirty="0" err="1"/>
              <a:t>критерием</a:t>
            </a:r>
            <a:r>
              <a:rPr dirty="0"/>
              <a:t>. Следующие </a:t>
            </a:r>
            <a:r>
              <a:rPr dirty="0" err="1"/>
              <a:t>эксперименты</a:t>
            </a:r>
            <a:r>
              <a:rPr dirty="0"/>
              <a:t> </a:t>
            </a:r>
            <a:r>
              <a:rPr dirty="0" err="1"/>
              <a:t>должны</a:t>
            </a:r>
            <a:r>
              <a:rPr dirty="0"/>
              <a:t> </a:t>
            </a:r>
            <a:r>
              <a:rPr dirty="0" err="1"/>
              <a:t>проверять</a:t>
            </a:r>
            <a:r>
              <a:rPr dirty="0"/>
              <a:t> </a:t>
            </a:r>
            <a:r>
              <a:rPr dirty="0" err="1"/>
              <a:t>улучшение</a:t>
            </a:r>
            <a:r>
              <a:rPr dirty="0"/>
              <a:t> ORG </a:t>
            </a:r>
            <a:r>
              <a:rPr dirty="0" err="1"/>
              <a:t>без</a:t>
            </a:r>
            <a:r>
              <a:rPr dirty="0"/>
              <a:t> </a:t>
            </a:r>
            <a:r>
              <a:rPr dirty="0" err="1"/>
              <a:t>ухудшения</a:t>
            </a:r>
            <a:r>
              <a:rPr dirty="0"/>
              <a:t> PER.</a:t>
            </a:r>
          </a:p>
          <a:p>
            <a:endParaRPr dirty="0"/>
          </a:p>
          <a:p>
            <a:r>
              <a:rPr dirty="0" err="1"/>
              <a:t>Источник</a:t>
            </a:r>
            <a:r>
              <a:rPr dirty="0"/>
              <a:t>: runs/crm_20261026_124828_530079/</a:t>
            </a:r>
            <a:r>
              <a:rPr dirty="0" err="1"/>
              <a:t>crm_report.json</a:t>
            </a:r>
            <a:endParaRPr dirty="0"/>
          </a:p>
          <a:p>
            <a:r>
              <a:rPr dirty="0" err="1"/>
              <a:t>Ноутбук</a:t>
            </a:r>
            <a:r>
              <a:rPr dirty="0"/>
              <a:t>: </a:t>
            </a:r>
            <a:r>
              <a:rPr dirty="0" err="1"/>
              <a:t>model.ipynb</a:t>
            </a:r>
            <a:r>
              <a:rPr dirty="0"/>
              <a:t>, </a:t>
            </a:r>
            <a:r>
              <a:rPr dirty="0" err="1"/>
              <a:t>раздел</a:t>
            </a:r>
            <a:r>
              <a:rPr dirty="0"/>
              <a:t>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Спасибо за внимание. Вопросы можно обсудить по дообучению на Excel, выбору метрик и оставшимся ошибкам маскировки.</a:t>
            </a:r>
          </a:p>
          <a:p>
            <a:pPr marL="0" lvl="0" indent="0" algn="l">
              <a:spcBef>
                <a:spcPts val="0"/>
              </a:spcBef>
              <a:spcAft>
                <a:spcPts val="0"/>
              </a:spcAft>
              <a:buNone/>
            </a:pPr>
            <a:endParaRPr/>
          </a:p>
          <a:p>
            <a:pPr marL="0" lvl="0" indent="0" algn="l">
              <a:spcBef>
                <a:spcPts val="0"/>
              </a:spcBef>
              <a:spcAft>
                <a:spcPts val="0"/>
              </a:spcAft>
              <a:buNone/>
            </a:pPr>
            <a:r>
              <a:t>Источник: model.ipynb; runs/crm_20261026_124828_530079/crm_report.json</a:t>
            </a:r>
          </a:p>
          <a:p>
            <a:pPr marL="0" lvl="0" indent="0" algn="l">
              <a:spcBef>
                <a:spcPts val="0"/>
              </a:spcBef>
              <a:spcAft>
                <a:spcPts val="0"/>
              </a:spcAft>
              <a:buNone/>
            </a:pPr>
            <a:r>
              <a:t>Ноутбук: model.ipynb, раздел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
        <p:cNvGrpSpPr/>
        <p:nvPr/>
      </p:nvGrpSpPr>
      <p:grpSpPr>
        <a:xfrm>
          <a:off x="0" y="0"/>
          <a:ext cx="0" cy="0"/>
          <a:chOff x="0" y="0"/>
          <a:chExt cx="0" cy="0"/>
        </a:xfrm>
      </p:grpSpPr>
      <p:pic>
        <p:nvPicPr>
          <p:cNvPr id="10" name="Google Shape;10;p2">
            <a:extLst>
              <a:ext uri="{FF2B5EF4-FFF2-40B4-BE49-F238E27FC236}">
                <a16:creationId xmlns:a16="http://schemas.microsoft.com/office/drawing/2014/main" id="{06938EF2-5C4D-45D2-A068-34B360586283}"/>
              </a:ext>
            </a:extLst>
          </p:cNvPr>
          <p:cNvPicPr>
            <a:picLocks noChangeAspect="1"/>
          </p:cNvPicPr>
          <p:nvPr/>
        </p:nvPicPr>
        <p:blipFill rotWithShape="1">
          <a:blip r:embed="rId2">
            <a:alphaModFix/>
          </a:blip>
          <a:srcRect l="100" r="100"/>
          <a:stretch/>
        </p:blipFill>
        <p:spPr>
          <a:xfrm>
            <a:off x="-17925" y="-10075"/>
            <a:ext cx="9194726" cy="5182151"/>
          </a:xfrm>
          <a:prstGeom prst="rect">
            <a:avLst/>
          </a:prstGeom>
          <a:ln>
            <a:noFill/>
          </a:ln>
        </p:spPr>
      </p:pic>
      <p:sp>
        <p:nvSpPr>
          <p:cNvPr id="11" name="Google Shape;11;p2">
            <a:extLst>
              <a:ext uri="{FF2B5EF4-FFF2-40B4-BE49-F238E27FC236}">
                <a16:creationId xmlns:a16="http://schemas.microsoft.com/office/drawing/2014/main" id="{C93B9CA6-8C45-4139-821B-3F0E8E55575E}"/>
              </a:ext>
            </a:extLst>
          </p:cNvPr>
          <p:cNvSpPr>
            <a:spLocks noGrp="1"/>
          </p:cNvSpPr>
          <p:nvPr>
            <p:ph type="subTitle" idx="1"/>
          </p:nvPr>
        </p:nvSpPr>
        <p:spPr>
          <a:xfrm>
            <a:off x="944650" y="4350425"/>
            <a:ext cx="8293200" cy="4806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chemeClr val="lt1"/>
              </a:buClr>
              <a:buSzPts val="1800"/>
              <a:buNone/>
              <a:defRPr sz="1800" b="1">
                <a:solidFill>
                  <a:schemeClr val="lt1"/>
                </a:solidFill>
              </a:defRPr>
            </a:lvl1pPr>
            <a:lvl2pPr algn="ctr">
              <a:lnSpc>
                <a:spcPct val="100000"/>
              </a:lnSpc>
              <a:spcBef>
                <a:spcPts val="0"/>
              </a:spcBef>
              <a:spcAft>
                <a:spcPts val="0"/>
              </a:spcAft>
              <a:buSzPts val="2500"/>
              <a:buNone/>
              <a:defRPr sz="2500"/>
            </a:lvl2pPr>
            <a:lvl3pPr algn="ctr">
              <a:lnSpc>
                <a:spcPct val="100000"/>
              </a:lnSpc>
              <a:spcBef>
                <a:spcPts val="0"/>
              </a:spcBef>
              <a:spcAft>
                <a:spcPts val="0"/>
              </a:spcAft>
              <a:buSzPts val="2500"/>
              <a:buNone/>
              <a:defRPr sz="2500"/>
            </a:lvl3pPr>
            <a:lvl4pPr algn="ctr">
              <a:lnSpc>
                <a:spcPct val="100000"/>
              </a:lnSpc>
              <a:spcBef>
                <a:spcPts val="0"/>
              </a:spcBef>
              <a:spcAft>
                <a:spcPts val="0"/>
              </a:spcAft>
              <a:buSzPts val="2500"/>
              <a:buNone/>
              <a:defRPr sz="2500"/>
            </a:lvl4pPr>
            <a:lvl5pPr algn="ctr">
              <a:lnSpc>
                <a:spcPct val="100000"/>
              </a:lnSpc>
              <a:spcBef>
                <a:spcPts val="0"/>
              </a:spcBef>
              <a:spcAft>
                <a:spcPts val="0"/>
              </a:spcAft>
              <a:buSzPts val="2500"/>
              <a:buNone/>
              <a:defRPr sz="2500"/>
            </a:lvl5pPr>
            <a:lvl6pPr algn="ctr">
              <a:lnSpc>
                <a:spcPct val="100000"/>
              </a:lnSpc>
              <a:spcBef>
                <a:spcPts val="0"/>
              </a:spcBef>
              <a:spcAft>
                <a:spcPts val="0"/>
              </a:spcAft>
              <a:buSzPts val="2500"/>
              <a:buNone/>
              <a:defRPr sz="2500"/>
            </a:lvl6pPr>
            <a:lvl7pPr algn="ctr">
              <a:lnSpc>
                <a:spcPct val="100000"/>
              </a:lnSpc>
              <a:spcBef>
                <a:spcPts val="0"/>
              </a:spcBef>
              <a:spcAft>
                <a:spcPts val="0"/>
              </a:spcAft>
              <a:buSzPts val="2500"/>
              <a:buNone/>
              <a:defRPr sz="2500"/>
            </a:lvl7pPr>
            <a:lvl8pPr algn="ctr">
              <a:lnSpc>
                <a:spcPct val="100000"/>
              </a:lnSpc>
              <a:spcBef>
                <a:spcPts val="0"/>
              </a:spcBef>
              <a:spcAft>
                <a:spcPts val="0"/>
              </a:spcAft>
              <a:buSzPts val="2500"/>
              <a:buNone/>
              <a:defRPr sz="2500"/>
            </a:lvl8pPr>
            <a:lvl9pPr algn="ctr">
              <a:lnSpc>
                <a:spcPct val="100000"/>
              </a:lnSpc>
              <a:spcBef>
                <a:spcPts val="0"/>
              </a:spcBef>
              <a:spcAft>
                <a:spcPts val="0"/>
              </a:spcAft>
              <a:buSzPts val="2500"/>
              <a:buNone/>
              <a:defRPr sz="2500"/>
            </a:lvl9pPr>
          </a:lstStyle>
          <a:p>
            <a:endParaRPr/>
          </a:p>
        </p:txBody>
      </p:sp>
      <p:sp>
        <p:nvSpPr>
          <p:cNvPr id="12" name="Google Shape;12;p2">
            <a:extLst>
              <a:ext uri="{FF2B5EF4-FFF2-40B4-BE49-F238E27FC236}">
                <a16:creationId xmlns:a16="http://schemas.microsoft.com/office/drawing/2014/main" id="{EF0B688D-0704-4F97-BD86-7D7B986979E9}"/>
              </a:ext>
            </a:extLst>
          </p:cNvPr>
          <p:cNvSpPr>
            <a:spLocks noGrp="1"/>
          </p:cNvSpPr>
          <p:nvPr>
            <p:ph type="title"/>
          </p:nvPr>
        </p:nvSpPr>
        <p:spPr>
          <a:xfrm>
            <a:off x="944650" y="1769200"/>
            <a:ext cx="7379700" cy="2375400"/>
          </a:xfrm>
          <a:prstGeom prst="rect">
            <a:avLst/>
          </a:prstGeom>
        </p:spPr>
        <p:txBody>
          <a:bodyPr spcFirstLastPara="1" wrap="square" lIns="91425" tIns="91425" rIns="91425" bIns="91425" anchor="t">
            <a:noAutofit/>
          </a:bodyPr>
          <a:lstStyle>
            <a:lvl1pPr>
              <a:lnSpc>
                <a:spcPct val="90000"/>
              </a:lnSpc>
              <a:spcBef>
                <a:spcPts val="0"/>
              </a:spcBef>
              <a:spcAft>
                <a:spcPts val="0"/>
              </a:spcAft>
              <a:buClr>
                <a:schemeClr val="lt1"/>
              </a:buClr>
              <a:buSzPts val="5600"/>
              <a:buNone/>
              <a:defRPr sz="5600">
                <a:solidFill>
                  <a:schemeClr val="lt1"/>
                </a:solidFill>
              </a:defRPr>
            </a:lvl1pPr>
            <a:lvl2pPr>
              <a:lnSpc>
                <a:spcPct val="90000"/>
              </a:lnSpc>
              <a:spcBef>
                <a:spcPts val="0"/>
              </a:spcBef>
              <a:spcAft>
                <a:spcPts val="0"/>
              </a:spcAft>
              <a:buSzPts val="6000"/>
              <a:buNone/>
              <a:defRPr sz="6000"/>
            </a:lvl2pPr>
            <a:lvl3pPr>
              <a:lnSpc>
                <a:spcPct val="90000"/>
              </a:lnSpc>
              <a:spcBef>
                <a:spcPts val="0"/>
              </a:spcBef>
              <a:spcAft>
                <a:spcPts val="0"/>
              </a:spcAft>
              <a:buSzPts val="6000"/>
              <a:buNone/>
              <a:defRPr sz="6000"/>
            </a:lvl3pPr>
            <a:lvl4pPr>
              <a:lnSpc>
                <a:spcPct val="90000"/>
              </a:lnSpc>
              <a:spcBef>
                <a:spcPts val="0"/>
              </a:spcBef>
              <a:spcAft>
                <a:spcPts val="0"/>
              </a:spcAft>
              <a:buSzPts val="6000"/>
              <a:buNone/>
              <a:defRPr sz="6000"/>
            </a:lvl4pPr>
            <a:lvl5pPr>
              <a:lnSpc>
                <a:spcPct val="90000"/>
              </a:lnSpc>
              <a:spcBef>
                <a:spcPts val="0"/>
              </a:spcBef>
              <a:spcAft>
                <a:spcPts val="0"/>
              </a:spcAft>
              <a:buSzPts val="6000"/>
              <a:buNone/>
              <a:defRPr sz="6000"/>
            </a:lvl5pPr>
            <a:lvl6pPr>
              <a:lnSpc>
                <a:spcPct val="90000"/>
              </a:lnSpc>
              <a:spcBef>
                <a:spcPts val="0"/>
              </a:spcBef>
              <a:spcAft>
                <a:spcPts val="0"/>
              </a:spcAft>
              <a:buSzPts val="6000"/>
              <a:buNone/>
              <a:defRPr sz="6000"/>
            </a:lvl6pPr>
            <a:lvl7pPr>
              <a:lnSpc>
                <a:spcPct val="90000"/>
              </a:lnSpc>
              <a:spcBef>
                <a:spcPts val="0"/>
              </a:spcBef>
              <a:spcAft>
                <a:spcPts val="0"/>
              </a:spcAft>
              <a:buSzPts val="6000"/>
              <a:buNone/>
              <a:defRPr sz="6000"/>
            </a:lvl7pPr>
            <a:lvl8pPr>
              <a:lnSpc>
                <a:spcPct val="90000"/>
              </a:lnSpc>
              <a:spcBef>
                <a:spcPts val="0"/>
              </a:spcBef>
              <a:spcAft>
                <a:spcPts val="0"/>
              </a:spcAft>
              <a:buSzPts val="6000"/>
              <a:buNone/>
              <a:defRPr sz="6000"/>
            </a:lvl8pPr>
            <a:lvl9pPr>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
        <p:cNvGrpSpPr/>
        <p:nvPr/>
      </p:nvGrpSpPr>
      <p:grpSpPr>
        <a:xfrm>
          <a:off x="0" y="0"/>
          <a:ext cx="0" cy="0"/>
          <a:chOff x="0" y="0"/>
          <a:chExt cx="0" cy="0"/>
        </a:xfrm>
      </p:grpSpPr>
      <p:sp>
        <p:nvSpPr>
          <p:cNvPr id="14" name="Google Shape;14;p3">
            <a:extLst>
              <a:ext uri="{FF2B5EF4-FFF2-40B4-BE49-F238E27FC236}">
                <a16:creationId xmlns:a16="http://schemas.microsoft.com/office/drawing/2014/main" id="{039C4CF5-BA07-4469-A72F-F8F76CF6EB0E}"/>
              </a:ext>
            </a:extLst>
          </p:cNvPr>
          <p:cNvSpPr>
            <a:spLocks noGrp="1"/>
          </p:cNvSpPr>
          <p:nvPr>
            <p:ph type="title"/>
          </p:nvPr>
        </p:nvSpPr>
        <p:spPr>
          <a:xfrm>
            <a:off x="500550" y="1784775"/>
            <a:ext cx="7935300" cy="1145100"/>
          </a:xfrm>
          <a:prstGeom prst="rect">
            <a:avLst/>
          </a:prstGeom>
        </p:spPr>
        <p:txBody>
          <a:bodyPr spcFirstLastPara="1" wrap="square" lIns="91425" tIns="91425" rIns="91425" bIns="91425" anchor="ctr">
            <a:noAutofit/>
          </a:bodyPr>
          <a:lstStyle>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5" name="Google Shape;15;p3">
            <a:extLst>
              <a:ext uri="{FF2B5EF4-FFF2-40B4-BE49-F238E27FC236}">
                <a16:creationId xmlns:a16="http://schemas.microsoft.com/office/drawing/2014/main" id="{12041999-E06C-4AE7-AEF8-7F5D9556A87D}"/>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
        <p:cNvGrpSpPr/>
        <p:nvPr/>
      </p:nvGrpSpPr>
      <p:grpSpPr>
        <a:xfrm>
          <a:off x="0" y="0"/>
          <a:ext cx="0" cy="0"/>
          <a:chOff x="0" y="0"/>
          <a:chExt cx="0" cy="0"/>
        </a:xfrm>
      </p:grpSpPr>
      <p:sp>
        <p:nvSpPr>
          <p:cNvPr id="17" name="Google Shape;17;p4">
            <a:extLst>
              <a:ext uri="{FF2B5EF4-FFF2-40B4-BE49-F238E27FC236}">
                <a16:creationId xmlns:a16="http://schemas.microsoft.com/office/drawing/2014/main" id="{0DD19F5C-68B2-4DC7-9995-C42B1FD32970}"/>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19" name="Google Shape;19;p5">
            <a:extLst>
              <a:ext uri="{FF2B5EF4-FFF2-40B4-BE49-F238E27FC236}">
                <a16:creationId xmlns:a16="http://schemas.microsoft.com/office/drawing/2014/main" id="{B5E8CF2A-6CAB-43BC-950A-2DB85126DC3C}"/>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0" name="Google Shape;20;p5">
            <a:extLst>
              <a:ext uri="{FF2B5EF4-FFF2-40B4-BE49-F238E27FC236}">
                <a16:creationId xmlns:a16="http://schemas.microsoft.com/office/drawing/2014/main" id="{9A8CB11F-9956-46AB-B85D-A23CD541FECF}"/>
              </a:ext>
            </a:extLst>
          </p:cNvPr>
          <p:cNvSpPr>
            <a:spLocks noGrp="1"/>
          </p:cNvSpPr>
          <p:nvPr>
            <p:ph type="body" idx="1"/>
          </p:nvPr>
        </p:nvSpPr>
        <p:spPr>
          <a:xfrm>
            <a:off x="500550" y="1426469"/>
            <a:ext cx="8520600" cy="3416400"/>
          </a:xfrm>
          <a:prstGeom prst="rect">
            <a:avLst/>
          </a:prstGeom>
        </p:spPr>
        <p:txBody>
          <a:bodyPr spcFirstLastPara="1" wrap="square" lIns="91425" tIns="91425" rIns="91425" bIns="91425" anchor="t">
            <a:normAutofit/>
          </a:bodyPr>
          <a:lstStyle>
            <a:lvl1pPr marL="457200" indent="-323850">
              <a:lnSpc>
                <a:spcPct val="120000"/>
              </a:lnSpc>
              <a:spcBef>
                <a:spcPts val="300"/>
              </a:spcBef>
              <a:spcAft>
                <a:spcPts val="0"/>
              </a:spcAft>
              <a:buSzPts val="1500"/>
              <a:buChar char="●"/>
              <a:defRPr sz="1500"/>
            </a:lvl1pPr>
            <a:lvl2pPr marL="914400" indent="-311150">
              <a:lnSpc>
                <a:spcPct val="120000"/>
              </a:lnSpc>
              <a:spcBef>
                <a:spcPts val="300"/>
              </a:spcBef>
              <a:spcAft>
                <a:spcPts val="0"/>
              </a:spcAft>
              <a:buSzPts val="1300"/>
              <a:buChar char="○"/>
              <a:defRPr sz="1300"/>
            </a:lvl2pPr>
            <a:lvl3pPr marL="1371600" indent="-311150">
              <a:lnSpc>
                <a:spcPct val="120000"/>
              </a:lnSpc>
              <a:spcBef>
                <a:spcPts val="300"/>
              </a:spcBef>
              <a:spcAft>
                <a:spcPts val="0"/>
              </a:spcAft>
              <a:buSzPts val="1300"/>
              <a:buChar char="■"/>
              <a:defRPr sz="1300"/>
            </a:lvl3pPr>
            <a:lvl4pPr marL="1828800" indent="-311150">
              <a:lnSpc>
                <a:spcPct val="120000"/>
              </a:lnSpc>
              <a:spcBef>
                <a:spcPts val="300"/>
              </a:spcBef>
              <a:spcAft>
                <a:spcPts val="0"/>
              </a:spcAft>
              <a:buSzPts val="1300"/>
              <a:buChar char="●"/>
              <a:defRPr sz="1300"/>
            </a:lvl4pPr>
            <a:lvl5pPr marL="2286000" indent="-311150">
              <a:lnSpc>
                <a:spcPct val="120000"/>
              </a:lnSpc>
              <a:spcBef>
                <a:spcPts val="0"/>
              </a:spcBef>
              <a:spcAft>
                <a:spcPts val="0"/>
              </a:spcAft>
              <a:buSzPts val="1300"/>
              <a:buChar char="○"/>
              <a:defRPr sz="1300"/>
            </a:lvl5pPr>
            <a:lvl6pPr marL="2743200" indent="-311150">
              <a:lnSpc>
                <a:spcPct val="120000"/>
              </a:lnSpc>
              <a:spcBef>
                <a:spcPts val="300"/>
              </a:spcBef>
              <a:spcAft>
                <a:spcPts val="0"/>
              </a:spcAft>
              <a:buSzPts val="1300"/>
              <a:buChar char="■"/>
              <a:defRPr sz="1300"/>
            </a:lvl6pPr>
            <a:lvl7pPr marL="3200400" indent="-311150">
              <a:lnSpc>
                <a:spcPct val="120000"/>
              </a:lnSpc>
              <a:spcBef>
                <a:spcPts val="300"/>
              </a:spcBef>
              <a:spcAft>
                <a:spcPts val="0"/>
              </a:spcAft>
              <a:buSzPts val="1300"/>
              <a:buChar char="●"/>
              <a:defRPr sz="1300"/>
            </a:lvl7pPr>
            <a:lvl8pPr marL="3657600" indent="-311150">
              <a:lnSpc>
                <a:spcPct val="120000"/>
              </a:lnSpc>
              <a:spcBef>
                <a:spcPts val="300"/>
              </a:spcBef>
              <a:spcAft>
                <a:spcPts val="0"/>
              </a:spcAft>
              <a:buSzPts val="1300"/>
              <a:buChar char="○"/>
              <a:defRPr sz="1300"/>
            </a:lvl8pPr>
            <a:lvl9pPr marL="4114800" indent="-311150">
              <a:lnSpc>
                <a:spcPct val="120000"/>
              </a:lnSpc>
              <a:spcBef>
                <a:spcPts val="300"/>
              </a:spcBef>
              <a:spcAft>
                <a:spcPts val="0"/>
              </a:spcAft>
              <a:buSzPts val="1300"/>
              <a:buChar char="■"/>
              <a:defRPr sz="1300"/>
            </a:lvl9pPr>
          </a:lstStyle>
          <a:p>
            <a:endParaRPr/>
          </a:p>
        </p:txBody>
      </p:sp>
      <p:sp>
        <p:nvSpPr>
          <p:cNvPr id="21" name="Google Shape;21;p5">
            <a:extLst>
              <a:ext uri="{FF2B5EF4-FFF2-40B4-BE49-F238E27FC236}">
                <a16:creationId xmlns:a16="http://schemas.microsoft.com/office/drawing/2014/main" id="{95CB14EE-AE7B-4226-AC2A-F84A62E500B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Тема вебинара">
  <p:cSld name="TITLE_AND_TWO_COLUMNS">
    <p:spTree>
      <p:nvGrpSpPr>
        <p:cNvPr id="1" name=""/>
        <p:cNvGrpSpPr/>
        <p:nvPr/>
      </p:nvGrpSpPr>
      <p:grpSpPr>
        <a:xfrm>
          <a:off x="0" y="0"/>
          <a:ext cx="0" cy="0"/>
          <a:chOff x="0" y="0"/>
          <a:chExt cx="0" cy="0"/>
        </a:xfrm>
      </p:grpSpPr>
      <p:sp>
        <p:nvSpPr>
          <p:cNvPr id="23" name="Google Shape;23;p6">
            <a:extLst>
              <a:ext uri="{FF2B5EF4-FFF2-40B4-BE49-F238E27FC236}">
                <a16:creationId xmlns:a16="http://schemas.microsoft.com/office/drawing/2014/main" id="{01588D3C-3015-4599-89D8-4CB4516105A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
        <p:nvSpPr>
          <p:cNvPr id="24" name="Google Shape;24;p6">
            <a:extLst>
              <a:ext uri="{FF2B5EF4-FFF2-40B4-BE49-F238E27FC236}">
                <a16:creationId xmlns:a16="http://schemas.microsoft.com/office/drawing/2014/main" id="{438A928D-C002-4C8C-88D2-C49761DDE2EC}"/>
              </a:ext>
            </a:extLst>
          </p:cNvPr>
          <p:cNvSpPr>
            <a:spLocks noGrp="1"/>
          </p:cNvSpPr>
          <p:nvPr>
            <p:ph type="title"/>
          </p:nvPr>
        </p:nvSpPr>
        <p:spPr>
          <a:xfrm>
            <a:off x="500550" y="821213"/>
            <a:ext cx="8520600" cy="1983600"/>
          </a:xfrm>
          <a:prstGeom prst="rect">
            <a:avLst/>
          </a:prstGeom>
        </p:spPr>
        <p:txBody>
          <a:bodyPr spcFirstLastPara="1" wrap="square" lIns="91425" tIns="91425" rIns="91425" bIns="91425" anchor="t">
            <a:noAutofit/>
          </a:bodyPr>
          <a:lstStyle>
            <a:lvl1pPr>
              <a:spcBef>
                <a:spcPts val="0"/>
              </a:spcBef>
              <a:spcAft>
                <a:spcPts val="0"/>
              </a:spcAft>
              <a:buSzPts val="3200"/>
              <a:buNone/>
              <a:defRPr sz="3200"/>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25" name="Google Shape;25;p6">
            <a:extLst>
              <a:ext uri="{FF2B5EF4-FFF2-40B4-BE49-F238E27FC236}">
                <a16:creationId xmlns:a16="http://schemas.microsoft.com/office/drawing/2014/main" id="{EC087527-F063-4FD6-98C8-FB71A10A67C8}"/>
              </a:ext>
            </a:extLst>
          </p:cNvPr>
          <p:cNvSpPr>
            <a:spLocks noGrp="1"/>
          </p:cNvSpPr>
          <p:nvPr>
            <p:ph type="subTitle" idx="1"/>
          </p:nvPr>
        </p:nvSpPr>
        <p:spPr>
          <a:xfrm>
            <a:off x="500550" y="457313"/>
            <a:ext cx="7796700" cy="7926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rgbClr val="013D85"/>
              </a:buClr>
              <a:buSzPts val="1500"/>
              <a:buNone/>
              <a:defRPr sz="1500">
                <a:solidFill>
                  <a:srgbClr val="013D85"/>
                </a:solidFill>
              </a:defRPr>
            </a:lvl1pPr>
            <a:lvl2pPr>
              <a:lnSpc>
                <a:spcPct val="100000"/>
              </a:lnSpc>
              <a:spcBef>
                <a:spcPts val="0"/>
              </a:spcBef>
              <a:spcAft>
                <a:spcPts val="0"/>
              </a:spcAft>
              <a:buClr>
                <a:srgbClr val="013D85"/>
              </a:buClr>
              <a:buSzPts val="2300"/>
              <a:buNone/>
              <a:defRPr sz="2300">
                <a:solidFill>
                  <a:srgbClr val="013D85"/>
                </a:solidFill>
              </a:defRPr>
            </a:lvl2pPr>
            <a:lvl3pPr>
              <a:lnSpc>
                <a:spcPct val="100000"/>
              </a:lnSpc>
              <a:spcBef>
                <a:spcPts val="0"/>
              </a:spcBef>
              <a:spcAft>
                <a:spcPts val="0"/>
              </a:spcAft>
              <a:buClr>
                <a:srgbClr val="013D85"/>
              </a:buClr>
              <a:buSzPts val="2300"/>
              <a:buNone/>
              <a:defRPr sz="2300">
                <a:solidFill>
                  <a:srgbClr val="013D85"/>
                </a:solidFill>
              </a:defRPr>
            </a:lvl3pPr>
            <a:lvl4pPr>
              <a:lnSpc>
                <a:spcPct val="100000"/>
              </a:lnSpc>
              <a:spcBef>
                <a:spcPts val="0"/>
              </a:spcBef>
              <a:spcAft>
                <a:spcPts val="0"/>
              </a:spcAft>
              <a:buClr>
                <a:srgbClr val="013D85"/>
              </a:buClr>
              <a:buSzPts val="2300"/>
              <a:buNone/>
              <a:defRPr sz="2300">
                <a:solidFill>
                  <a:srgbClr val="013D85"/>
                </a:solidFill>
              </a:defRPr>
            </a:lvl4pPr>
            <a:lvl5pPr>
              <a:lnSpc>
                <a:spcPct val="100000"/>
              </a:lnSpc>
              <a:spcBef>
                <a:spcPts val="0"/>
              </a:spcBef>
              <a:spcAft>
                <a:spcPts val="0"/>
              </a:spcAft>
              <a:buClr>
                <a:srgbClr val="013D85"/>
              </a:buClr>
              <a:buSzPts val="2300"/>
              <a:buNone/>
              <a:defRPr sz="2300">
                <a:solidFill>
                  <a:srgbClr val="013D85"/>
                </a:solidFill>
              </a:defRPr>
            </a:lvl5pPr>
            <a:lvl6pPr>
              <a:lnSpc>
                <a:spcPct val="100000"/>
              </a:lnSpc>
              <a:spcBef>
                <a:spcPts val="0"/>
              </a:spcBef>
              <a:spcAft>
                <a:spcPts val="0"/>
              </a:spcAft>
              <a:buClr>
                <a:srgbClr val="013D85"/>
              </a:buClr>
              <a:buSzPts val="2300"/>
              <a:buNone/>
              <a:defRPr sz="2300">
                <a:solidFill>
                  <a:srgbClr val="013D85"/>
                </a:solidFill>
              </a:defRPr>
            </a:lvl6pPr>
            <a:lvl7pPr>
              <a:lnSpc>
                <a:spcPct val="100000"/>
              </a:lnSpc>
              <a:spcBef>
                <a:spcPts val="0"/>
              </a:spcBef>
              <a:spcAft>
                <a:spcPts val="0"/>
              </a:spcAft>
              <a:buClr>
                <a:srgbClr val="013D85"/>
              </a:buClr>
              <a:buSzPts val="2300"/>
              <a:buNone/>
              <a:defRPr sz="2300">
                <a:solidFill>
                  <a:srgbClr val="013D85"/>
                </a:solidFill>
              </a:defRPr>
            </a:lvl7pPr>
            <a:lvl8pPr>
              <a:lnSpc>
                <a:spcPct val="100000"/>
              </a:lnSpc>
              <a:spcBef>
                <a:spcPts val="0"/>
              </a:spcBef>
              <a:spcAft>
                <a:spcPts val="0"/>
              </a:spcAft>
              <a:buClr>
                <a:srgbClr val="013D85"/>
              </a:buClr>
              <a:buSzPts val="2300"/>
              <a:buNone/>
              <a:defRPr sz="2300">
                <a:solidFill>
                  <a:srgbClr val="013D85"/>
                </a:solidFill>
              </a:defRPr>
            </a:lvl8pPr>
            <a:lvl9pPr>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6" name="Google Shape;26;p6">
            <a:extLst>
              <a:ext uri="{FF2B5EF4-FFF2-40B4-BE49-F238E27FC236}">
                <a16:creationId xmlns:a16="http://schemas.microsoft.com/office/drawing/2014/main" id="{9AE397F3-1310-4F51-A55D-B44A15B46B2D}"/>
              </a:ext>
            </a:extLst>
          </p:cNvPr>
          <p:cNvSpPr>
            <a:spLocks noGrp="1"/>
          </p:cNvSpPr>
          <p:nvPr>
            <p:ph type="subTitle" idx="2"/>
          </p:nvPr>
        </p:nvSpPr>
        <p:spPr>
          <a:xfrm>
            <a:off x="3135425" y="2978831"/>
            <a:ext cx="5856300" cy="5874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rgbClr val="013D85"/>
              </a:buClr>
              <a:buSzPts val="1500"/>
              <a:buNone/>
              <a:defRPr sz="1500" b="1">
                <a:solidFill>
                  <a:srgbClr val="013D85"/>
                </a:solidFill>
              </a:defRPr>
            </a:lvl1pPr>
            <a:lvl2pPr>
              <a:lnSpc>
                <a:spcPct val="100000"/>
              </a:lnSpc>
              <a:spcBef>
                <a:spcPts val="0"/>
              </a:spcBef>
              <a:spcAft>
                <a:spcPts val="0"/>
              </a:spcAft>
              <a:buClr>
                <a:srgbClr val="013D85"/>
              </a:buClr>
              <a:buSzPts val="2300"/>
              <a:buNone/>
              <a:defRPr sz="2300" b="1">
                <a:solidFill>
                  <a:srgbClr val="013D85"/>
                </a:solidFill>
              </a:defRPr>
            </a:lvl2pPr>
            <a:lvl3pPr>
              <a:lnSpc>
                <a:spcPct val="100000"/>
              </a:lnSpc>
              <a:spcBef>
                <a:spcPts val="0"/>
              </a:spcBef>
              <a:spcAft>
                <a:spcPts val="0"/>
              </a:spcAft>
              <a:buClr>
                <a:srgbClr val="013D85"/>
              </a:buClr>
              <a:buSzPts val="2300"/>
              <a:buNone/>
              <a:defRPr sz="2300" b="1">
                <a:solidFill>
                  <a:srgbClr val="013D85"/>
                </a:solidFill>
              </a:defRPr>
            </a:lvl3pPr>
            <a:lvl4pPr>
              <a:lnSpc>
                <a:spcPct val="100000"/>
              </a:lnSpc>
              <a:spcBef>
                <a:spcPts val="0"/>
              </a:spcBef>
              <a:spcAft>
                <a:spcPts val="0"/>
              </a:spcAft>
              <a:buClr>
                <a:srgbClr val="013D85"/>
              </a:buClr>
              <a:buSzPts val="2300"/>
              <a:buNone/>
              <a:defRPr sz="2300" b="1">
                <a:solidFill>
                  <a:srgbClr val="013D85"/>
                </a:solidFill>
              </a:defRPr>
            </a:lvl4pPr>
            <a:lvl5pPr>
              <a:lnSpc>
                <a:spcPct val="100000"/>
              </a:lnSpc>
              <a:spcBef>
                <a:spcPts val="0"/>
              </a:spcBef>
              <a:spcAft>
                <a:spcPts val="0"/>
              </a:spcAft>
              <a:buClr>
                <a:srgbClr val="013D85"/>
              </a:buClr>
              <a:buSzPts val="2300"/>
              <a:buNone/>
              <a:defRPr sz="2300" b="1">
                <a:solidFill>
                  <a:srgbClr val="013D85"/>
                </a:solidFill>
              </a:defRPr>
            </a:lvl5pPr>
            <a:lvl6pPr>
              <a:lnSpc>
                <a:spcPct val="100000"/>
              </a:lnSpc>
              <a:spcBef>
                <a:spcPts val="0"/>
              </a:spcBef>
              <a:spcAft>
                <a:spcPts val="0"/>
              </a:spcAft>
              <a:buClr>
                <a:srgbClr val="013D85"/>
              </a:buClr>
              <a:buSzPts val="2300"/>
              <a:buNone/>
              <a:defRPr sz="2300" b="1">
                <a:solidFill>
                  <a:srgbClr val="013D85"/>
                </a:solidFill>
              </a:defRPr>
            </a:lvl6pPr>
            <a:lvl7pPr>
              <a:lnSpc>
                <a:spcPct val="100000"/>
              </a:lnSpc>
              <a:spcBef>
                <a:spcPts val="0"/>
              </a:spcBef>
              <a:spcAft>
                <a:spcPts val="0"/>
              </a:spcAft>
              <a:buClr>
                <a:srgbClr val="013D85"/>
              </a:buClr>
              <a:buSzPts val="2300"/>
              <a:buNone/>
              <a:defRPr sz="2300" b="1">
                <a:solidFill>
                  <a:srgbClr val="013D85"/>
                </a:solidFill>
              </a:defRPr>
            </a:lvl7pPr>
            <a:lvl8pPr>
              <a:lnSpc>
                <a:spcPct val="100000"/>
              </a:lnSpc>
              <a:spcBef>
                <a:spcPts val="0"/>
              </a:spcBef>
              <a:spcAft>
                <a:spcPts val="0"/>
              </a:spcAft>
              <a:buClr>
                <a:srgbClr val="013D85"/>
              </a:buClr>
              <a:buSzPts val="2300"/>
              <a:buNone/>
              <a:defRPr sz="2300" b="1">
                <a:solidFill>
                  <a:srgbClr val="013D85"/>
                </a:solidFill>
              </a:defRPr>
            </a:lvl8pPr>
            <a:lvl9pPr>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7" name="Google Shape;27;p6">
            <a:extLst>
              <a:ext uri="{FF2B5EF4-FFF2-40B4-BE49-F238E27FC236}">
                <a16:creationId xmlns:a16="http://schemas.microsoft.com/office/drawing/2014/main" id="{B96DACFB-8FAB-4A17-BAC3-4993389E91F5}"/>
              </a:ext>
            </a:extLst>
          </p:cNvPr>
          <p:cNvSpPr>
            <a:spLocks noGrp="1"/>
          </p:cNvSpPr>
          <p:nvPr>
            <p:ph type="subTitle" idx="3"/>
          </p:nvPr>
        </p:nvSpPr>
        <p:spPr>
          <a:xfrm>
            <a:off x="3135425" y="3278981"/>
            <a:ext cx="5856300" cy="7926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
        <p:nvSpPr>
          <p:cNvPr id="28" name="Google Shape;28;p6">
            <a:extLst>
              <a:ext uri="{FF2B5EF4-FFF2-40B4-BE49-F238E27FC236}">
                <a16:creationId xmlns:a16="http://schemas.microsoft.com/office/drawing/2014/main" id="{EC1A8A37-3371-4E7E-B268-629B475CFD68}"/>
              </a:ext>
            </a:extLst>
          </p:cNvPr>
          <p:cNvSpPr>
            <a:spLocks noGrp="1"/>
          </p:cNvSpPr>
          <p:nvPr>
            <p:ph type="subTitle" idx="4"/>
          </p:nvPr>
        </p:nvSpPr>
        <p:spPr>
          <a:xfrm>
            <a:off x="3135425" y="3662550"/>
            <a:ext cx="5856300" cy="10329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
        <p:cNvGrpSpPr/>
        <p:nvPr/>
      </p:nvGrpSpPr>
      <p:grpSpPr>
        <a:xfrm>
          <a:off x="0" y="0"/>
          <a:ext cx="0" cy="0"/>
          <a:chOff x="0" y="0"/>
          <a:chExt cx="0" cy="0"/>
        </a:xfrm>
      </p:grpSpPr>
      <p:sp>
        <p:nvSpPr>
          <p:cNvPr id="30" name="Google Shape;30;p7">
            <a:extLst>
              <a:ext uri="{FF2B5EF4-FFF2-40B4-BE49-F238E27FC236}">
                <a16:creationId xmlns:a16="http://schemas.microsoft.com/office/drawing/2014/main" id="{2D9C9D56-4FC0-4531-A628-F2451138501E}"/>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pic>
        <p:nvPicPr>
          <p:cNvPr id="31" name="Google Shape;31;p7">
            <a:extLst>
              <a:ext uri="{FF2B5EF4-FFF2-40B4-BE49-F238E27FC236}">
                <a16:creationId xmlns:a16="http://schemas.microsoft.com/office/drawing/2014/main" id="{DD32F771-8749-4217-9951-25F0C5354E64}"/>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32" name="Google Shape;32;p7">
            <a:extLst>
              <a:ext uri="{FF2B5EF4-FFF2-40B4-BE49-F238E27FC236}">
                <a16:creationId xmlns:a16="http://schemas.microsoft.com/office/drawing/2014/main" id="{33D96D02-AC5F-43D0-BAD8-0AF0EF1E2974}"/>
              </a:ext>
            </a:extLst>
          </p:cNvPr>
          <p:cNvSpPr>
            <a:spLocks noGrp="1"/>
          </p:cNvSpPr>
          <p:nvPr>
            <p:ph type="title"/>
          </p:nvPr>
        </p:nvSpPr>
        <p:spPr>
          <a:xfrm>
            <a:off x="651425" y="396394"/>
            <a:ext cx="7706100" cy="4090800"/>
          </a:xfrm>
          <a:prstGeom prst="rect">
            <a:avLst/>
          </a:prstGeom>
        </p:spPr>
        <p:txBody>
          <a:bodyPr spcFirstLastPara="1" wrap="square" lIns="91425" tIns="91425" rIns="91425" bIns="91425" anchor="ctr">
            <a:noAutofit/>
          </a:bodyPr>
          <a:lstStyle>
            <a:lvl1pPr>
              <a:spcBef>
                <a:spcPts val="0"/>
              </a:spcBef>
              <a:spcAft>
                <a:spcPts val="0"/>
              </a:spcAft>
              <a:buClr>
                <a:schemeClr val="lt1"/>
              </a:buClr>
              <a:buSzPts val="4600"/>
              <a:buNone/>
              <a:defRPr sz="4600">
                <a:solidFill>
                  <a:schemeClr val="lt1"/>
                </a:solidFill>
              </a:defRPr>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
        <p:cNvGrpSpPr/>
        <p:nvPr/>
      </p:nvGrpSpPr>
      <p:grpSpPr>
        <a:xfrm>
          <a:off x="0" y="0"/>
          <a:ext cx="0" cy="0"/>
          <a:chOff x="0" y="0"/>
          <a:chExt cx="0" cy="0"/>
        </a:xfrm>
      </p:grpSpPr>
      <p:sp>
        <p:nvSpPr>
          <p:cNvPr id="34" name="Google Shape;34;p8">
            <a:extLst>
              <a:ext uri="{FF2B5EF4-FFF2-40B4-BE49-F238E27FC236}">
                <a16:creationId xmlns:a16="http://schemas.microsoft.com/office/drawing/2014/main" id="{FD0C51FC-C561-419D-93F8-0E9E24820FA4}"/>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35" name="Google Shape;35;p8">
            <a:extLst>
              <a:ext uri="{FF2B5EF4-FFF2-40B4-BE49-F238E27FC236}">
                <a16:creationId xmlns:a16="http://schemas.microsoft.com/office/drawing/2014/main" id="{72C50A40-8358-4EEB-A662-AF989FC5A1D4}"/>
              </a:ext>
            </a:extLst>
          </p:cNvPr>
          <p:cNvSpPr>
            <a:spLocks noGrp="1"/>
          </p:cNvSpPr>
          <p:nvPr>
            <p:ph type="subTitle" idx="1"/>
          </p:nvPr>
        </p:nvSpPr>
        <p:spPr>
          <a:xfrm>
            <a:off x="3891775" y="1716281"/>
            <a:ext cx="4391700" cy="5874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rgbClr val="013D85"/>
              </a:buClr>
              <a:buSzPts val="1600"/>
              <a:buNone/>
              <a:defRPr sz="1600" b="1">
                <a:solidFill>
                  <a:srgbClr val="013D85"/>
                </a:solidFill>
              </a:defRPr>
            </a:lvl1pPr>
            <a:lvl2pPr>
              <a:lnSpc>
                <a:spcPct val="100000"/>
              </a:lnSpc>
              <a:spcBef>
                <a:spcPts val="0"/>
              </a:spcBef>
              <a:spcAft>
                <a:spcPts val="0"/>
              </a:spcAft>
              <a:buClr>
                <a:schemeClr val="dk1"/>
              </a:buClr>
              <a:buSzPts val="2300"/>
              <a:buNone/>
              <a:defRPr sz="2300" b="1">
                <a:solidFill>
                  <a:schemeClr val="dk1"/>
                </a:solidFill>
              </a:defRPr>
            </a:lvl2pPr>
            <a:lvl3pPr>
              <a:lnSpc>
                <a:spcPct val="100000"/>
              </a:lnSpc>
              <a:spcBef>
                <a:spcPts val="0"/>
              </a:spcBef>
              <a:spcAft>
                <a:spcPts val="0"/>
              </a:spcAft>
              <a:buClr>
                <a:schemeClr val="dk1"/>
              </a:buClr>
              <a:buSzPts val="2300"/>
              <a:buNone/>
              <a:defRPr sz="2300" b="1">
                <a:solidFill>
                  <a:schemeClr val="dk1"/>
                </a:solidFill>
              </a:defRPr>
            </a:lvl3pPr>
            <a:lvl4pPr>
              <a:lnSpc>
                <a:spcPct val="100000"/>
              </a:lnSpc>
              <a:spcBef>
                <a:spcPts val="0"/>
              </a:spcBef>
              <a:spcAft>
                <a:spcPts val="0"/>
              </a:spcAft>
              <a:buClr>
                <a:schemeClr val="dk1"/>
              </a:buClr>
              <a:buSzPts val="2300"/>
              <a:buNone/>
              <a:defRPr sz="2300" b="1">
                <a:solidFill>
                  <a:schemeClr val="dk1"/>
                </a:solidFill>
              </a:defRPr>
            </a:lvl4pPr>
            <a:lvl5pPr>
              <a:lnSpc>
                <a:spcPct val="100000"/>
              </a:lnSpc>
              <a:spcBef>
                <a:spcPts val="0"/>
              </a:spcBef>
              <a:spcAft>
                <a:spcPts val="0"/>
              </a:spcAft>
              <a:buClr>
                <a:schemeClr val="dk1"/>
              </a:buClr>
              <a:buSzPts val="2300"/>
              <a:buNone/>
              <a:defRPr sz="2300" b="1">
                <a:solidFill>
                  <a:schemeClr val="dk1"/>
                </a:solidFill>
              </a:defRPr>
            </a:lvl5pPr>
            <a:lvl6pPr>
              <a:lnSpc>
                <a:spcPct val="100000"/>
              </a:lnSpc>
              <a:spcBef>
                <a:spcPts val="0"/>
              </a:spcBef>
              <a:spcAft>
                <a:spcPts val="0"/>
              </a:spcAft>
              <a:buClr>
                <a:schemeClr val="dk1"/>
              </a:buClr>
              <a:buSzPts val="2300"/>
              <a:buNone/>
              <a:defRPr sz="2300" b="1">
                <a:solidFill>
                  <a:schemeClr val="dk1"/>
                </a:solidFill>
              </a:defRPr>
            </a:lvl6pPr>
            <a:lvl7pPr>
              <a:lnSpc>
                <a:spcPct val="100000"/>
              </a:lnSpc>
              <a:spcBef>
                <a:spcPts val="0"/>
              </a:spcBef>
              <a:spcAft>
                <a:spcPts val="0"/>
              </a:spcAft>
              <a:buClr>
                <a:schemeClr val="dk1"/>
              </a:buClr>
              <a:buSzPts val="2300"/>
              <a:buNone/>
              <a:defRPr sz="2300" b="1">
                <a:solidFill>
                  <a:schemeClr val="dk1"/>
                </a:solidFill>
              </a:defRPr>
            </a:lvl7pPr>
            <a:lvl8pPr>
              <a:lnSpc>
                <a:spcPct val="100000"/>
              </a:lnSpc>
              <a:spcBef>
                <a:spcPts val="0"/>
              </a:spcBef>
              <a:spcAft>
                <a:spcPts val="0"/>
              </a:spcAft>
              <a:buClr>
                <a:schemeClr val="dk1"/>
              </a:buClr>
              <a:buSzPts val="2300"/>
              <a:buNone/>
              <a:defRPr sz="2300" b="1">
                <a:solidFill>
                  <a:schemeClr val="dk1"/>
                </a:solidFill>
              </a:defRPr>
            </a:lvl8pPr>
            <a:lvl9pPr>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6" name="Google Shape;36;p8">
            <a:extLst>
              <a:ext uri="{FF2B5EF4-FFF2-40B4-BE49-F238E27FC236}">
                <a16:creationId xmlns:a16="http://schemas.microsoft.com/office/drawing/2014/main" id="{E10E6F16-62FC-4B62-A8C6-E1CB7F5D86B7}"/>
              </a:ext>
            </a:extLst>
          </p:cNvPr>
          <p:cNvSpPr>
            <a:spLocks noGrp="1"/>
          </p:cNvSpPr>
          <p:nvPr>
            <p:ph type="subTitle" idx="2"/>
          </p:nvPr>
        </p:nvSpPr>
        <p:spPr>
          <a:xfrm>
            <a:off x="3891775" y="2252801"/>
            <a:ext cx="5095200" cy="2511300"/>
          </a:xfrm>
          <a:prstGeom prst="rect">
            <a:avLst/>
          </a:prstGeom>
        </p:spPr>
        <p:txBody>
          <a:bodyPr spcFirstLastPara="1" wrap="square" lIns="91425" tIns="91425" rIns="91425" bIns="91425" anchor="t">
            <a:normAutofit/>
          </a:bodyPr>
          <a:lstStyle>
            <a:lvl1pPr>
              <a:lnSpc>
                <a:spcPct val="10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
        <p:cNvGrpSpPr/>
        <p:nvPr/>
      </p:nvGrpSpPr>
      <p:grpSpPr>
        <a:xfrm>
          <a:off x="0" y="0"/>
          <a:ext cx="0" cy="0"/>
          <a:chOff x="0" y="0"/>
          <a:chExt cx="0" cy="0"/>
        </a:xfrm>
      </p:grpSpPr>
      <p:sp>
        <p:nvSpPr>
          <p:cNvPr id="38" name="Google Shape;38;p9">
            <a:extLst>
              <a:ext uri="{FF2B5EF4-FFF2-40B4-BE49-F238E27FC236}">
                <a16:creationId xmlns:a16="http://schemas.microsoft.com/office/drawing/2014/main" id="{89CA1440-BE05-4DD2-9FF7-F831928BC89C}"/>
              </a:ext>
            </a:extLst>
          </p:cNvPr>
          <p:cNvSpPr>
            <a:spLocks noGrp="1"/>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39" name="Google Shape;39;p9">
            <a:extLst>
              <a:ext uri="{FF2B5EF4-FFF2-40B4-BE49-F238E27FC236}">
                <a16:creationId xmlns:a16="http://schemas.microsoft.com/office/drawing/2014/main" id="{A2596539-293E-4E66-9921-52630D91F999}"/>
              </a:ext>
            </a:extLst>
          </p:cNvPr>
          <p:cNvSpPr>
            <a:spLocks noGrp="1"/>
          </p:cNvSpPr>
          <p:nvPr>
            <p:ph type="title"/>
          </p:nvPr>
        </p:nvSpPr>
        <p:spPr>
          <a:xfrm>
            <a:off x="609075" y="1220875"/>
            <a:ext cx="4045200" cy="1482300"/>
          </a:xfrm>
          <a:prstGeom prst="rect">
            <a:avLst/>
          </a:prstGeom>
        </p:spPr>
        <p:txBody>
          <a:bodyPr spcFirstLastPara="1" wrap="square" lIns="91425" tIns="91425" rIns="91425" bIns="91425" anchor="b">
            <a:noAutofit/>
          </a:bodyPr>
          <a:lstStyle>
            <a:lvl1pPr>
              <a:spcBef>
                <a:spcPts val="0"/>
              </a:spcBef>
              <a:spcAft>
                <a:spcPts val="0"/>
              </a:spcAft>
              <a:buSzPts val="3200"/>
              <a:buNone/>
              <a:defRPr sz="3200"/>
            </a:lvl1pPr>
            <a:lvl2pPr>
              <a:spcBef>
                <a:spcPts val="0"/>
              </a:spcBef>
              <a:spcAft>
                <a:spcPts val="0"/>
              </a:spcAft>
              <a:buSzPts val="4200"/>
              <a:buNone/>
              <a:defRPr sz="4200"/>
            </a:lvl2pPr>
            <a:lvl3pPr>
              <a:spcBef>
                <a:spcPts val="0"/>
              </a:spcBef>
              <a:spcAft>
                <a:spcPts val="0"/>
              </a:spcAft>
              <a:buSzPts val="4200"/>
              <a:buNone/>
              <a:defRPr sz="4200"/>
            </a:lvl3pPr>
            <a:lvl4pPr>
              <a:spcBef>
                <a:spcPts val="0"/>
              </a:spcBef>
              <a:spcAft>
                <a:spcPts val="0"/>
              </a:spcAft>
              <a:buSzPts val="4200"/>
              <a:buNone/>
              <a:defRPr sz="4200"/>
            </a:lvl4pPr>
            <a:lvl5pPr>
              <a:spcBef>
                <a:spcPts val="0"/>
              </a:spcBef>
              <a:spcAft>
                <a:spcPts val="0"/>
              </a:spcAft>
              <a:buSzPts val="4200"/>
              <a:buNone/>
              <a:defRPr sz="4200"/>
            </a:lvl5pPr>
            <a:lvl6pPr>
              <a:spcBef>
                <a:spcPts val="0"/>
              </a:spcBef>
              <a:spcAft>
                <a:spcPts val="0"/>
              </a:spcAft>
              <a:buSzPts val="4200"/>
              <a:buNone/>
              <a:defRPr sz="4200"/>
            </a:lvl6pPr>
            <a:lvl7pPr>
              <a:spcBef>
                <a:spcPts val="0"/>
              </a:spcBef>
              <a:spcAft>
                <a:spcPts val="0"/>
              </a:spcAft>
              <a:buSzPts val="4200"/>
              <a:buNone/>
              <a:defRPr sz="4200"/>
            </a:lvl7pPr>
            <a:lvl8pPr>
              <a:spcBef>
                <a:spcPts val="0"/>
              </a:spcBef>
              <a:spcAft>
                <a:spcPts val="0"/>
              </a:spcAft>
              <a:buSzPts val="4200"/>
              <a:buNone/>
              <a:defRPr sz="4200"/>
            </a:lvl8pPr>
            <a:lvl9pPr>
              <a:spcBef>
                <a:spcPts val="0"/>
              </a:spcBef>
              <a:spcAft>
                <a:spcPts val="0"/>
              </a:spcAft>
              <a:buSzPts val="4200"/>
              <a:buNone/>
              <a:defRPr sz="4200"/>
            </a:lvl9pPr>
          </a:lstStyle>
          <a:p>
            <a:endParaRPr/>
          </a:p>
        </p:txBody>
      </p:sp>
      <p:sp>
        <p:nvSpPr>
          <p:cNvPr id="40" name="Google Shape;40;p9">
            <a:extLst>
              <a:ext uri="{FF2B5EF4-FFF2-40B4-BE49-F238E27FC236}">
                <a16:creationId xmlns:a16="http://schemas.microsoft.com/office/drawing/2014/main" id="{3D10266B-88B0-4B6A-A55E-04D1A686528F}"/>
              </a:ext>
            </a:extLst>
          </p:cNvPr>
          <p:cNvSpPr>
            <a:spLocks noGrp="1"/>
          </p:cNvSpPr>
          <p:nvPr>
            <p:ph type="subTitle" idx="1"/>
          </p:nvPr>
        </p:nvSpPr>
        <p:spPr>
          <a:xfrm>
            <a:off x="609075" y="2916213"/>
            <a:ext cx="4045200" cy="1235100"/>
          </a:xfrm>
          <a:prstGeom prst="rect">
            <a:avLst/>
          </a:prstGeom>
        </p:spPr>
        <p:txBody>
          <a:bodyPr spcFirstLastPara="1" wrap="square" lIns="91425" tIns="91425" rIns="91425" bIns="91425" anchor="t">
            <a:normAutofit/>
          </a:bodyPr>
          <a:lstStyle>
            <a:lvl1pPr>
              <a:lnSpc>
                <a:spcPct val="100000"/>
              </a:lnSpc>
              <a:spcBef>
                <a:spcPts val="0"/>
              </a:spcBef>
              <a:spcAft>
                <a:spcPts val="0"/>
              </a:spcAft>
              <a:buSzPts val="1700"/>
              <a:buNone/>
              <a:defRPr sz="1700"/>
            </a:lvl1pPr>
            <a:lvl2pPr>
              <a:lnSpc>
                <a:spcPct val="100000"/>
              </a:lnSpc>
              <a:spcBef>
                <a:spcPts val="0"/>
              </a:spcBef>
              <a:spcAft>
                <a:spcPts val="0"/>
              </a:spcAft>
              <a:buSzPts val="1700"/>
              <a:buNone/>
              <a:defRPr sz="1700"/>
            </a:lvl2pPr>
            <a:lvl3pPr>
              <a:lnSpc>
                <a:spcPct val="100000"/>
              </a:lnSpc>
              <a:spcBef>
                <a:spcPts val="0"/>
              </a:spcBef>
              <a:spcAft>
                <a:spcPts val="0"/>
              </a:spcAft>
              <a:buSzPts val="1700"/>
              <a:buNone/>
              <a:defRPr sz="1700"/>
            </a:lvl3pPr>
            <a:lvl4pPr>
              <a:lnSpc>
                <a:spcPct val="100000"/>
              </a:lnSpc>
              <a:spcBef>
                <a:spcPts val="0"/>
              </a:spcBef>
              <a:spcAft>
                <a:spcPts val="0"/>
              </a:spcAft>
              <a:buSzPts val="1700"/>
              <a:buNone/>
              <a:defRPr sz="1700"/>
            </a:lvl4pPr>
            <a:lvl5pPr>
              <a:lnSpc>
                <a:spcPct val="100000"/>
              </a:lnSpc>
              <a:spcBef>
                <a:spcPts val="0"/>
              </a:spcBef>
              <a:spcAft>
                <a:spcPts val="0"/>
              </a:spcAft>
              <a:buSzPts val="1700"/>
              <a:buNone/>
              <a:defRPr sz="1700"/>
            </a:lvl5pPr>
            <a:lvl6pPr>
              <a:lnSpc>
                <a:spcPct val="100000"/>
              </a:lnSpc>
              <a:spcBef>
                <a:spcPts val="0"/>
              </a:spcBef>
              <a:spcAft>
                <a:spcPts val="0"/>
              </a:spcAft>
              <a:buSzPts val="1700"/>
              <a:buNone/>
              <a:defRPr sz="1700"/>
            </a:lvl6pPr>
            <a:lvl7pPr>
              <a:lnSpc>
                <a:spcPct val="100000"/>
              </a:lnSpc>
              <a:spcBef>
                <a:spcPts val="0"/>
              </a:spcBef>
              <a:spcAft>
                <a:spcPts val="0"/>
              </a:spcAft>
              <a:buSzPts val="1700"/>
              <a:buNone/>
              <a:defRPr sz="1700"/>
            </a:lvl7pPr>
            <a:lvl8pPr>
              <a:lnSpc>
                <a:spcPct val="100000"/>
              </a:lnSpc>
              <a:spcBef>
                <a:spcPts val="0"/>
              </a:spcBef>
              <a:spcAft>
                <a:spcPts val="0"/>
              </a:spcAft>
              <a:buSzPts val="1700"/>
              <a:buNone/>
              <a:defRPr sz="1700"/>
            </a:lvl8pPr>
            <a:lvl9pPr>
              <a:lnSpc>
                <a:spcPct val="100000"/>
              </a:lnSpc>
              <a:spcBef>
                <a:spcPts val="0"/>
              </a:spcBef>
              <a:spcAft>
                <a:spcPts val="0"/>
              </a:spcAft>
              <a:buSzPts val="1700"/>
              <a:buNone/>
              <a:defRPr sz="1700"/>
            </a:lvl9pPr>
          </a:lstStyle>
          <a:p>
            <a:endParaRPr/>
          </a:p>
        </p:txBody>
      </p:sp>
      <p:sp>
        <p:nvSpPr>
          <p:cNvPr id="41" name="Google Shape;41;p9">
            <a:extLst>
              <a:ext uri="{FF2B5EF4-FFF2-40B4-BE49-F238E27FC236}">
                <a16:creationId xmlns:a16="http://schemas.microsoft.com/office/drawing/2014/main" id="{F9B5395D-72E7-4498-89DA-5625A710D120}"/>
              </a:ext>
            </a:extLst>
          </p:cNvPr>
          <p:cNvSpPr>
            <a:spLocks noGrp="1"/>
          </p:cNvSpPr>
          <p:nvPr>
            <p:ph type="body" idx="2"/>
          </p:nvPr>
        </p:nvSpPr>
        <p:spPr>
          <a:xfrm>
            <a:off x="4939500" y="724075"/>
            <a:ext cx="3837000" cy="3695100"/>
          </a:xfrm>
          <a:prstGeom prst="rect">
            <a:avLst/>
          </a:prstGeom>
        </p:spPr>
        <p:txBody>
          <a:bodyPr spcFirstLastPara="1" wrap="square" lIns="91425" tIns="91425" rIns="91425" bIns="91425" anchor="ctr">
            <a:normAutofit/>
          </a:bodyPr>
          <a:lstStyle>
            <a:lvl1pPr marL="457200" indent="-336550">
              <a:spcBef>
                <a:spcPts val="0"/>
              </a:spcBef>
              <a:spcAft>
                <a:spcPts val="0"/>
              </a:spcAft>
              <a:buSzPts val="1700"/>
              <a:buChar char="●"/>
              <a:defRPr/>
            </a:lvl1pPr>
            <a:lvl2pPr marL="914400" indent="-323850">
              <a:spcBef>
                <a:spcPts val="0"/>
              </a:spcBef>
              <a:spcAft>
                <a:spcPts val="0"/>
              </a:spcAft>
              <a:buSzPts val="1500"/>
              <a:buChar char="○"/>
              <a:defRPr/>
            </a:lvl2pPr>
            <a:lvl3pPr marL="1371600" indent="-311150">
              <a:spcBef>
                <a:spcPts val="0"/>
              </a:spcBef>
              <a:spcAft>
                <a:spcPts val="0"/>
              </a:spcAft>
              <a:buSzPts val="1300"/>
              <a:buChar char="■"/>
              <a:defRPr/>
            </a:lvl3pPr>
            <a:lvl4pPr marL="1828800" indent="-311150">
              <a:spcBef>
                <a:spcPts val="0"/>
              </a:spcBef>
              <a:spcAft>
                <a:spcPts val="0"/>
              </a:spcAft>
              <a:buSzPts val="1300"/>
              <a:buChar char="●"/>
              <a:defRPr/>
            </a:lvl4pPr>
            <a:lvl5pPr marL="2286000" indent="-311150">
              <a:spcBef>
                <a:spcPts val="0"/>
              </a:spcBef>
              <a:spcAft>
                <a:spcPts val="0"/>
              </a:spcAft>
              <a:buSzPts val="1300"/>
              <a:buChar char="○"/>
              <a:defRPr/>
            </a:lvl5pPr>
            <a:lvl6pPr marL="2743200" indent="-311150">
              <a:spcBef>
                <a:spcPts val="0"/>
              </a:spcBef>
              <a:spcAft>
                <a:spcPts val="0"/>
              </a:spcAft>
              <a:buSzPts val="1300"/>
              <a:buChar char="■"/>
              <a:defRPr/>
            </a:lvl6pPr>
            <a:lvl7pPr marL="3200400" indent="-311150">
              <a:spcBef>
                <a:spcPts val="0"/>
              </a:spcBef>
              <a:spcAft>
                <a:spcPts val="0"/>
              </a:spcAft>
              <a:buSzPts val="1300"/>
              <a:buChar char="●"/>
              <a:defRPr/>
            </a:lvl7pPr>
            <a:lvl8pPr marL="3657600" indent="-311150">
              <a:spcBef>
                <a:spcPts val="0"/>
              </a:spcBef>
              <a:spcAft>
                <a:spcPts val="0"/>
              </a:spcAft>
              <a:buSzPts val="1300"/>
              <a:buChar char="○"/>
              <a:defRPr/>
            </a:lvl8pPr>
            <a:lvl9pPr marL="4114800" indent="-311150">
              <a:spcBef>
                <a:spcPts val="0"/>
              </a:spcBef>
              <a:spcAft>
                <a:spcPts val="0"/>
              </a:spcAft>
              <a:buSzPts val="1300"/>
              <a:buChar char="■"/>
              <a:defRPr/>
            </a:lvl9pPr>
          </a:lstStyle>
          <a:p>
            <a:endParaRPr/>
          </a:p>
        </p:txBody>
      </p:sp>
      <p:sp>
        <p:nvSpPr>
          <p:cNvPr id="42" name="Google Shape;42;p9">
            <a:extLst>
              <a:ext uri="{FF2B5EF4-FFF2-40B4-BE49-F238E27FC236}">
                <a16:creationId xmlns:a16="http://schemas.microsoft.com/office/drawing/2014/main" id="{565593C4-CA0A-409E-92E8-3D969704CE9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44" name="Google Shape;44;p10">
            <a:extLst>
              <a:ext uri="{FF2B5EF4-FFF2-40B4-BE49-F238E27FC236}">
                <a16:creationId xmlns:a16="http://schemas.microsoft.com/office/drawing/2014/main" id="{545084F1-53E7-4DCF-9091-C88E850371F5}"/>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
        <p:cNvGrpSpPr/>
        <p:nvPr/>
      </p:nvGrpSpPr>
      <p:grpSpPr>
        <a:xfrm>
          <a:off x="0" y="0"/>
          <a:ext cx="0" cy="0"/>
          <a:chOff x="0" y="0"/>
          <a:chExt cx="0" cy="0"/>
        </a:xfrm>
      </p:grpSpPr>
      <p:sp>
        <p:nvSpPr>
          <p:cNvPr id="46" name="Google Shape;46;p11">
            <a:extLst>
              <a:ext uri="{FF2B5EF4-FFF2-40B4-BE49-F238E27FC236}">
                <a16:creationId xmlns:a16="http://schemas.microsoft.com/office/drawing/2014/main" id="{F778C190-6CA9-4197-88B2-39372599C0DB}"/>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
        <p:cNvGrpSpPr/>
        <p:nvPr/>
      </p:nvGrpSpPr>
      <p:grpSpPr>
        <a:xfrm>
          <a:off x="0" y="0"/>
          <a:ext cx="0" cy="0"/>
          <a:chOff x="0" y="0"/>
          <a:chExt cx="0" cy="0"/>
        </a:xfrm>
      </p:grpSpPr>
      <p:sp>
        <p:nvSpPr>
          <p:cNvPr id="48" name="Google Shape;48;p12">
            <a:extLst>
              <a:ext uri="{FF2B5EF4-FFF2-40B4-BE49-F238E27FC236}">
                <a16:creationId xmlns:a16="http://schemas.microsoft.com/office/drawing/2014/main" id="{C97069AA-8FCC-4906-B5A0-984C139C3CA9}"/>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49" name="Google Shape;49;p12">
            <a:extLst>
              <a:ext uri="{FF2B5EF4-FFF2-40B4-BE49-F238E27FC236}">
                <a16:creationId xmlns:a16="http://schemas.microsoft.com/office/drawing/2014/main" id="{3CEE95F9-4AD1-4CDC-A667-98253DD377EB}"/>
              </a:ext>
            </a:extLst>
          </p:cNvPr>
          <p:cNvSpPr>
            <a:spLocks noGrp="1"/>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0" name="Google Shape;50;p12">
            <a:extLst>
              <a:ext uri="{FF2B5EF4-FFF2-40B4-BE49-F238E27FC236}">
                <a16:creationId xmlns:a16="http://schemas.microsoft.com/office/drawing/2014/main" id="{83E35FEA-B2FA-4A85-B82E-B77D8B4E3180}"/>
              </a:ext>
            </a:extLst>
          </p:cNvPr>
          <p:cNvSpPr>
            <a:spLocks noGrp="1"/>
          </p:cNvSpPr>
          <p:nvPr>
            <p:ph type="subTitle" idx="1"/>
          </p:nvPr>
        </p:nvSpPr>
        <p:spPr>
          <a:xfrm>
            <a:off x="754725" y="1516446"/>
            <a:ext cx="8226300" cy="3455100"/>
          </a:xfrm>
          <a:prstGeom prst="rect">
            <a:avLst/>
          </a:prstGeom>
        </p:spPr>
        <p:txBody>
          <a:bodyPr spcFirstLastPara="1" wrap="square" lIns="91425" tIns="91425" rIns="91425" bIns="91425" anchor="t">
            <a:normAutofit/>
          </a:bodyPr>
          <a:lstStyle>
            <a:lvl1pPr>
              <a:lnSpc>
                <a:spcPct val="115000"/>
              </a:lnSpc>
              <a:spcBef>
                <a:spcPts val="0"/>
              </a:spcBef>
              <a:spcAft>
                <a:spcPts val="0"/>
              </a:spcAft>
              <a:buSzPts val="1100"/>
              <a:buFont typeface="Courier New"/>
              <a:buNone/>
              <a:defRPr sz="11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
        <p:cNvGrpSpPr/>
        <p:nvPr/>
      </p:nvGrpSpPr>
      <p:grpSpPr>
        <a:xfrm>
          <a:off x="0" y="0"/>
          <a:ext cx="0" cy="0"/>
          <a:chOff x="0" y="0"/>
          <a:chExt cx="0" cy="0"/>
        </a:xfrm>
      </p:grpSpPr>
      <p:sp>
        <p:nvSpPr>
          <p:cNvPr id="52" name="Google Shape;52;p13">
            <a:extLst>
              <a:ext uri="{FF2B5EF4-FFF2-40B4-BE49-F238E27FC236}">
                <a16:creationId xmlns:a16="http://schemas.microsoft.com/office/drawing/2014/main" id="{BF3F1C56-C42F-4E77-BD64-ADB535EB9BB4}"/>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53" name="Google Shape;53;p13">
            <a:extLst>
              <a:ext uri="{FF2B5EF4-FFF2-40B4-BE49-F238E27FC236}">
                <a16:creationId xmlns:a16="http://schemas.microsoft.com/office/drawing/2014/main" id="{82281060-BA50-4751-B2C8-977A73F9E13B}"/>
              </a:ext>
            </a:extLst>
          </p:cNvPr>
          <p:cNvSpPr>
            <a:spLocks noGrp="1"/>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4" name="Google Shape;54;p13">
            <a:extLst>
              <a:ext uri="{FF2B5EF4-FFF2-40B4-BE49-F238E27FC236}">
                <a16:creationId xmlns:a16="http://schemas.microsoft.com/office/drawing/2014/main" id="{1ABF7574-10DA-4902-8286-646203609328}"/>
              </a:ext>
            </a:extLst>
          </p:cNvPr>
          <p:cNvSpPr>
            <a:spLocks noGrp="1"/>
          </p:cNvSpPr>
          <p:nvPr>
            <p:ph type="subTitle" idx="1"/>
          </p:nvPr>
        </p:nvSpPr>
        <p:spPr>
          <a:xfrm>
            <a:off x="754725" y="1516446"/>
            <a:ext cx="8226300" cy="3455100"/>
          </a:xfrm>
          <a:prstGeom prst="rect">
            <a:avLst/>
          </a:prstGeom>
        </p:spPr>
        <p:txBody>
          <a:bodyPr spcFirstLastPara="1" wrap="square" lIns="91425" tIns="91425" rIns="91425" bIns="91425" anchor="t">
            <a:normAutofit/>
          </a:bodyPr>
          <a:lstStyle>
            <a:lvl1pPr>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defRPr>
            </a:lvl1pPr>
            <a:lvl2pPr>
              <a:lnSpc>
                <a:spcPct val="115000"/>
              </a:lnSpc>
              <a:spcBef>
                <a:spcPts val="0"/>
              </a:spcBef>
              <a:spcAft>
                <a:spcPts val="0"/>
              </a:spcAft>
              <a:buClr>
                <a:schemeClr val="lt1"/>
              </a:buClr>
              <a:buSzPts val="1700"/>
              <a:buNone/>
              <a:defRPr sz="1700">
                <a:solidFill>
                  <a:schemeClr val="lt1"/>
                </a:solidFill>
              </a:defRPr>
            </a:lvl2pPr>
            <a:lvl3pPr>
              <a:lnSpc>
                <a:spcPct val="115000"/>
              </a:lnSpc>
              <a:spcBef>
                <a:spcPts val="0"/>
              </a:spcBef>
              <a:spcAft>
                <a:spcPts val="0"/>
              </a:spcAft>
              <a:buClr>
                <a:schemeClr val="lt1"/>
              </a:buClr>
              <a:buSzPts val="1700"/>
              <a:buNone/>
              <a:defRPr sz="1700">
                <a:solidFill>
                  <a:schemeClr val="lt1"/>
                </a:solidFill>
              </a:defRPr>
            </a:lvl3pPr>
            <a:lvl4pPr>
              <a:lnSpc>
                <a:spcPct val="115000"/>
              </a:lnSpc>
              <a:spcBef>
                <a:spcPts val="0"/>
              </a:spcBef>
              <a:spcAft>
                <a:spcPts val="0"/>
              </a:spcAft>
              <a:buClr>
                <a:schemeClr val="lt1"/>
              </a:buClr>
              <a:buSzPts val="1700"/>
              <a:buNone/>
              <a:defRPr sz="1700">
                <a:solidFill>
                  <a:schemeClr val="lt1"/>
                </a:solidFill>
              </a:defRPr>
            </a:lvl4pPr>
            <a:lvl5pPr>
              <a:lnSpc>
                <a:spcPct val="115000"/>
              </a:lnSpc>
              <a:spcBef>
                <a:spcPts val="0"/>
              </a:spcBef>
              <a:spcAft>
                <a:spcPts val="0"/>
              </a:spcAft>
              <a:buClr>
                <a:schemeClr val="lt1"/>
              </a:buClr>
              <a:buSzPts val="1700"/>
              <a:buNone/>
              <a:defRPr sz="1700">
                <a:solidFill>
                  <a:schemeClr val="lt1"/>
                </a:solidFill>
              </a:defRPr>
            </a:lvl5pPr>
            <a:lvl6pPr>
              <a:lnSpc>
                <a:spcPct val="115000"/>
              </a:lnSpc>
              <a:spcBef>
                <a:spcPts val="0"/>
              </a:spcBef>
              <a:spcAft>
                <a:spcPts val="0"/>
              </a:spcAft>
              <a:buClr>
                <a:schemeClr val="lt1"/>
              </a:buClr>
              <a:buSzPts val="1700"/>
              <a:buNone/>
              <a:defRPr sz="1700">
                <a:solidFill>
                  <a:schemeClr val="lt1"/>
                </a:solidFill>
              </a:defRPr>
            </a:lvl6pPr>
            <a:lvl7pPr>
              <a:lnSpc>
                <a:spcPct val="115000"/>
              </a:lnSpc>
              <a:spcBef>
                <a:spcPts val="0"/>
              </a:spcBef>
              <a:spcAft>
                <a:spcPts val="0"/>
              </a:spcAft>
              <a:buClr>
                <a:schemeClr val="lt1"/>
              </a:buClr>
              <a:buSzPts val="1700"/>
              <a:buNone/>
              <a:defRPr sz="1700">
                <a:solidFill>
                  <a:schemeClr val="lt1"/>
                </a:solidFill>
              </a:defRPr>
            </a:lvl7pPr>
            <a:lvl8pPr>
              <a:lnSpc>
                <a:spcPct val="115000"/>
              </a:lnSpc>
              <a:spcBef>
                <a:spcPts val="0"/>
              </a:spcBef>
              <a:spcAft>
                <a:spcPts val="0"/>
              </a:spcAft>
              <a:buClr>
                <a:schemeClr val="lt1"/>
              </a:buClr>
              <a:buSzPts val="1700"/>
              <a:buNone/>
              <a:defRPr sz="1700">
                <a:solidFill>
                  <a:schemeClr val="lt1"/>
                </a:solidFill>
              </a:defRPr>
            </a:lvl8pPr>
            <a:lvl9pPr>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
        <p:cNvGrpSpPr/>
        <p:nvPr/>
      </p:nvGrpSpPr>
      <p:grpSpPr>
        <a:xfrm>
          <a:off x="0" y="0"/>
          <a:ext cx="0" cy="0"/>
          <a:chOff x="0" y="0"/>
          <a:chExt cx="0" cy="0"/>
        </a:xfrm>
      </p:grpSpPr>
      <p:sp>
        <p:nvSpPr>
          <p:cNvPr id="56" name="Google Shape;56;p14">
            <a:extLst>
              <a:ext uri="{FF2B5EF4-FFF2-40B4-BE49-F238E27FC236}">
                <a16:creationId xmlns:a16="http://schemas.microsoft.com/office/drawing/2014/main" id="{86DF660D-0C87-4DA0-806E-3603D0EDCBA6}"/>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57" name="Google Shape;57;p14">
            <a:extLst>
              <a:ext uri="{FF2B5EF4-FFF2-40B4-BE49-F238E27FC236}">
                <a16:creationId xmlns:a16="http://schemas.microsoft.com/office/drawing/2014/main" id="{D549B991-AF78-42AD-8544-231F57E807AB}"/>
              </a:ext>
            </a:extLst>
          </p:cNvPr>
          <p:cNvSpPr>
            <a:spLocks noGrp="1"/>
          </p:cNvSpPr>
          <p:nvPr>
            <p:ph type="subTitle" idx="1"/>
          </p:nvPr>
        </p:nvSpPr>
        <p:spPr>
          <a:xfrm>
            <a:off x="544050" y="1350425"/>
            <a:ext cx="5316300" cy="904200"/>
          </a:xfrm>
          <a:prstGeom prst="rect">
            <a:avLst/>
          </a:prstGeom>
        </p:spPr>
        <p:txBody>
          <a:bodyPr spcFirstLastPara="1" wrap="square" lIns="91425" tIns="91425" rIns="91425" bIns="91425" anchor="t">
            <a:normAutofit/>
          </a:bodyPr>
          <a:lstStyle>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
        <p:nvSpPr>
          <p:cNvPr id="58" name="Google Shape;58;p14">
            <a:extLst>
              <a:ext uri="{FF2B5EF4-FFF2-40B4-BE49-F238E27FC236}">
                <a16:creationId xmlns:a16="http://schemas.microsoft.com/office/drawing/2014/main" id="{6AB32ED5-8595-4F09-88D0-46D1E8616441}"/>
              </a:ext>
            </a:extLst>
          </p:cNvPr>
          <p:cNvSpPr>
            <a:spLocks noGrp="1"/>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9" name="Google Shape;59;p14">
            <a:extLst>
              <a:ext uri="{FF2B5EF4-FFF2-40B4-BE49-F238E27FC236}">
                <a16:creationId xmlns:a16="http://schemas.microsoft.com/office/drawing/2014/main" id="{908F1C94-D0F4-4F98-9C26-A9069570DB08}"/>
              </a:ext>
            </a:extLst>
          </p:cNvPr>
          <p:cNvSpPr>
            <a:spLocks noGrp="1"/>
          </p:cNvSpPr>
          <p:nvPr>
            <p:ph type="subTitle" idx="2"/>
          </p:nvPr>
        </p:nvSpPr>
        <p:spPr>
          <a:xfrm>
            <a:off x="795050" y="2220038"/>
            <a:ext cx="7568100" cy="2363700"/>
          </a:xfrm>
          <a:prstGeom prst="rect">
            <a:avLst/>
          </a:prstGeom>
        </p:spPr>
        <p:txBody>
          <a:bodyPr spcFirstLastPara="1" wrap="square" lIns="91425" tIns="91425" rIns="91425" bIns="91425" anchor="t">
            <a:normAutofit/>
          </a:bodyPr>
          <a:lstStyle>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
        <p:cNvGrpSpPr/>
        <p:nvPr/>
      </p:nvGrpSpPr>
      <p:grpSpPr>
        <a:xfrm>
          <a:off x="0" y="0"/>
          <a:ext cx="0" cy="0"/>
          <a:chOff x="0" y="0"/>
          <a:chExt cx="0" cy="0"/>
        </a:xfrm>
      </p:grpSpPr>
      <p:sp>
        <p:nvSpPr>
          <p:cNvPr id="61" name="Google Shape;61;p15">
            <a:extLst>
              <a:ext uri="{FF2B5EF4-FFF2-40B4-BE49-F238E27FC236}">
                <a16:creationId xmlns:a16="http://schemas.microsoft.com/office/drawing/2014/main" id="{735A459C-2665-40B7-A265-1D6BADFFEAAB}"/>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62" name="Google Shape;62;p15">
            <a:extLst>
              <a:ext uri="{FF2B5EF4-FFF2-40B4-BE49-F238E27FC236}">
                <a16:creationId xmlns:a16="http://schemas.microsoft.com/office/drawing/2014/main" id="{309EED9F-7065-4782-8ED0-B0EB4FF71331}"/>
              </a:ext>
            </a:extLst>
          </p:cNvPr>
          <p:cNvSpPr>
            <a:spLocks noGrp="1"/>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63" name="Google Shape;63;p15">
            <a:extLst>
              <a:ext uri="{FF2B5EF4-FFF2-40B4-BE49-F238E27FC236}">
                <a16:creationId xmlns:a16="http://schemas.microsoft.com/office/drawing/2014/main" id="{DF875734-7403-48DD-B5B2-3B20E3C3121F}"/>
              </a:ext>
            </a:extLst>
          </p:cNvPr>
          <p:cNvSpPr>
            <a:spLocks noGrp="1"/>
          </p:cNvSpPr>
          <p:nvPr>
            <p:ph type="subTitle" idx="1"/>
          </p:nvPr>
        </p:nvSpPr>
        <p:spPr>
          <a:xfrm>
            <a:off x="500550" y="1474819"/>
            <a:ext cx="4428600" cy="3455100"/>
          </a:xfrm>
          <a:prstGeom prst="rect">
            <a:avLst/>
          </a:prstGeom>
        </p:spPr>
        <p:txBody>
          <a:bodyPr spcFirstLastPara="1" wrap="square" lIns="91425" tIns="91425" rIns="91425" bIns="91425" anchor="t">
            <a:normAutofit/>
          </a:bodyPr>
          <a:lstStyle>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300"/>
              <a:buNone/>
              <a:defRPr sz="1300"/>
            </a:lvl2pPr>
            <a:lvl3pPr>
              <a:lnSpc>
                <a:spcPct val="115000"/>
              </a:lnSpc>
              <a:spcBef>
                <a:spcPts val="0"/>
              </a:spcBef>
              <a:spcAft>
                <a:spcPts val="0"/>
              </a:spcAft>
              <a:buSzPts val="1300"/>
              <a:buNone/>
              <a:defRPr/>
            </a:lvl3pPr>
            <a:lvl4pPr>
              <a:lnSpc>
                <a:spcPct val="115000"/>
              </a:lnSpc>
              <a:spcBef>
                <a:spcPts val="0"/>
              </a:spcBef>
              <a:spcAft>
                <a:spcPts val="0"/>
              </a:spcAft>
              <a:buSzPts val="1300"/>
              <a:buNone/>
              <a:defRPr/>
            </a:lvl4pPr>
            <a:lvl5pPr>
              <a:lnSpc>
                <a:spcPct val="115000"/>
              </a:lnSpc>
              <a:spcBef>
                <a:spcPts val="0"/>
              </a:spcBef>
              <a:spcAft>
                <a:spcPts val="0"/>
              </a:spcAft>
              <a:buSzPts val="1300"/>
              <a:buNone/>
              <a:defRPr/>
            </a:lvl5pPr>
            <a:lvl6pPr>
              <a:lnSpc>
                <a:spcPct val="115000"/>
              </a:lnSpc>
              <a:spcBef>
                <a:spcPts val="0"/>
              </a:spcBef>
              <a:spcAft>
                <a:spcPts val="0"/>
              </a:spcAft>
              <a:buSzPts val="1300"/>
              <a:buNone/>
              <a:defRPr/>
            </a:lvl6pPr>
            <a:lvl7pPr>
              <a:lnSpc>
                <a:spcPct val="115000"/>
              </a:lnSpc>
              <a:spcBef>
                <a:spcPts val="0"/>
              </a:spcBef>
              <a:spcAft>
                <a:spcPts val="0"/>
              </a:spcAft>
              <a:buSzPts val="1300"/>
              <a:buNone/>
              <a:defRPr/>
            </a:lvl7pPr>
            <a:lvl8pPr>
              <a:lnSpc>
                <a:spcPct val="115000"/>
              </a:lnSpc>
              <a:spcBef>
                <a:spcPts val="0"/>
              </a:spcBef>
              <a:spcAft>
                <a:spcPts val="0"/>
              </a:spcAft>
              <a:buSzPts val="1300"/>
              <a:buNone/>
              <a:defRPr/>
            </a:lvl8pPr>
            <a:lvl9pPr>
              <a:lnSpc>
                <a:spcPct val="115000"/>
              </a:lnSpc>
              <a:spcBef>
                <a:spcPts val="0"/>
              </a:spcBef>
              <a:spcAft>
                <a:spcPts val="0"/>
              </a:spcAft>
              <a:buSzPts val="1300"/>
              <a:buNone/>
              <a:defRPr/>
            </a:lvl9pPr>
          </a:lstStyle>
          <a:p>
            <a:endParaRPr/>
          </a:p>
        </p:txBody>
      </p:sp>
      <p:sp>
        <p:nvSpPr>
          <p:cNvPr id="64" name="Google Shape;64;p15">
            <a:extLst>
              <a:ext uri="{FF2B5EF4-FFF2-40B4-BE49-F238E27FC236}">
                <a16:creationId xmlns:a16="http://schemas.microsoft.com/office/drawing/2014/main" id="{5D4912B2-CC3C-42F5-80FF-8F72DE0CD514}"/>
              </a:ext>
            </a:extLst>
          </p:cNvPr>
          <p:cNvSpPr>
            <a:spLocks noGrp="1"/>
          </p:cNvSpPr>
          <p:nvPr>
            <p:ph type="subTitle" idx="2"/>
          </p:nvPr>
        </p:nvSpPr>
        <p:spPr>
          <a:xfrm>
            <a:off x="5555275" y="1474819"/>
            <a:ext cx="3151200" cy="3261300"/>
          </a:xfrm>
          <a:prstGeom prst="rect">
            <a:avLst/>
          </a:prstGeom>
        </p:spPr>
        <p:txBody>
          <a:bodyPr spcFirstLastPara="1" wrap="square" lIns="91425" tIns="91425" rIns="91425" bIns="91425" anchor="t">
            <a:normAutofit/>
          </a:bodyPr>
          <a:lstStyle>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блок текст + картинка" type="title">
  <p:cSld name="TITLE">
    <p:spTree>
      <p:nvGrpSpPr>
        <p:cNvPr id="1" name=""/>
        <p:cNvGrpSpPr/>
        <p:nvPr/>
      </p:nvGrpSpPr>
      <p:grpSpPr>
        <a:xfrm>
          <a:off x="0" y="0"/>
          <a:ext cx="0" cy="0"/>
          <a:chOff x="0" y="0"/>
          <a:chExt cx="0" cy="0"/>
        </a:xfrm>
      </p:grpSpPr>
      <p:sp>
        <p:nvSpPr>
          <p:cNvPr id="70" name="Google Shape;70;p17">
            <a:extLst>
              <a:ext uri="{FF2B5EF4-FFF2-40B4-BE49-F238E27FC236}">
                <a16:creationId xmlns:a16="http://schemas.microsoft.com/office/drawing/2014/main" id="{BFFD6196-5355-4F66-94E4-A19C1D09002D}"/>
              </a:ext>
            </a:extLst>
          </p:cNvPr>
          <p:cNvSpPr>
            <a:spLocks noGrp="1"/>
          </p:cNvSpPr>
          <p:nvPr>
            <p:ph type="title"/>
          </p:nvPr>
        </p:nvSpPr>
        <p:spPr>
          <a:xfrm>
            <a:off x="495300" y="1493850"/>
            <a:ext cx="4424100" cy="2155800"/>
          </a:xfrm>
          <a:prstGeom prst="rect">
            <a:avLst/>
          </a:prstGeom>
        </p:spPr>
        <p:txBody>
          <a:bodyPr spcFirstLastPara="1" wrap="square" lIns="91425" tIns="91425" rIns="91425" bIns="91425" anchor="t">
            <a:spAutoFit/>
          </a:bodyPr>
          <a:lstStyle>
            <a:lvl1pPr>
              <a:lnSpc>
                <a:spcPct val="90000"/>
              </a:lnSpc>
              <a:spcBef>
                <a:spcPts val="0"/>
              </a:spcBef>
              <a:spcAft>
                <a:spcPts val="0"/>
              </a:spcAft>
              <a:buSzPts val="3500"/>
              <a:buNone/>
              <a:defRPr sz="3500"/>
            </a:lvl1pPr>
            <a:lvl2pPr>
              <a:lnSpc>
                <a:spcPct val="90000"/>
              </a:lnSpc>
              <a:spcBef>
                <a:spcPts val="0"/>
              </a:spcBef>
              <a:spcAft>
                <a:spcPts val="0"/>
              </a:spcAft>
              <a:buSzPts val="6000"/>
              <a:buNone/>
              <a:defRPr sz="6000"/>
            </a:lvl2pPr>
            <a:lvl3pPr>
              <a:lnSpc>
                <a:spcPct val="90000"/>
              </a:lnSpc>
              <a:spcBef>
                <a:spcPts val="0"/>
              </a:spcBef>
              <a:spcAft>
                <a:spcPts val="0"/>
              </a:spcAft>
              <a:buSzPts val="6000"/>
              <a:buNone/>
              <a:defRPr sz="6000"/>
            </a:lvl3pPr>
            <a:lvl4pPr>
              <a:lnSpc>
                <a:spcPct val="90000"/>
              </a:lnSpc>
              <a:spcBef>
                <a:spcPts val="0"/>
              </a:spcBef>
              <a:spcAft>
                <a:spcPts val="0"/>
              </a:spcAft>
              <a:buSzPts val="6000"/>
              <a:buNone/>
              <a:defRPr sz="6000"/>
            </a:lvl4pPr>
            <a:lvl5pPr>
              <a:lnSpc>
                <a:spcPct val="90000"/>
              </a:lnSpc>
              <a:spcBef>
                <a:spcPts val="0"/>
              </a:spcBef>
              <a:spcAft>
                <a:spcPts val="0"/>
              </a:spcAft>
              <a:buSzPts val="6000"/>
              <a:buNone/>
              <a:defRPr sz="6000"/>
            </a:lvl5pPr>
            <a:lvl6pPr>
              <a:lnSpc>
                <a:spcPct val="90000"/>
              </a:lnSpc>
              <a:spcBef>
                <a:spcPts val="0"/>
              </a:spcBef>
              <a:spcAft>
                <a:spcPts val="0"/>
              </a:spcAft>
              <a:buSzPts val="6000"/>
              <a:buNone/>
              <a:defRPr sz="6000"/>
            </a:lvl6pPr>
            <a:lvl7pPr>
              <a:lnSpc>
                <a:spcPct val="90000"/>
              </a:lnSpc>
              <a:spcBef>
                <a:spcPts val="0"/>
              </a:spcBef>
              <a:spcAft>
                <a:spcPts val="0"/>
              </a:spcAft>
              <a:buSzPts val="6000"/>
              <a:buNone/>
              <a:defRPr sz="6000"/>
            </a:lvl7pPr>
            <a:lvl8pPr>
              <a:lnSpc>
                <a:spcPct val="90000"/>
              </a:lnSpc>
              <a:spcBef>
                <a:spcPts val="0"/>
              </a:spcBef>
              <a:spcAft>
                <a:spcPts val="0"/>
              </a:spcAft>
              <a:buSzPts val="6000"/>
              <a:buNone/>
              <a:defRPr sz="6000"/>
            </a:lvl8pPr>
            <a:lvl9pPr>
              <a:lnSpc>
                <a:spcPct val="90000"/>
              </a:lnSpc>
              <a:spcBef>
                <a:spcPts val="0"/>
              </a:spcBef>
              <a:spcAft>
                <a:spcPts val="0"/>
              </a:spcAft>
              <a:buSzPts val="6000"/>
              <a:buNone/>
              <a:defRPr sz="6000"/>
            </a:lvl9pPr>
          </a:lstStyle>
          <a:p>
            <a:endParaRPr/>
          </a:p>
        </p:txBody>
      </p:sp>
      <p:pic>
        <p:nvPicPr>
          <p:cNvPr id="71" name="Google Shape;71;p17">
            <a:extLst>
              <a:ext uri="{FF2B5EF4-FFF2-40B4-BE49-F238E27FC236}">
                <a16:creationId xmlns:a16="http://schemas.microsoft.com/office/drawing/2014/main" id="{D31D3419-9983-4348-BDD1-A9C6959CEBEB}"/>
              </a:ext>
            </a:extLst>
          </p:cNvPr>
          <p:cNvPicPr>
            <a:picLocks noChangeAspect="1"/>
          </p:cNvPicPr>
          <p:nvPr/>
        </p:nvPicPr>
        <p:blipFill>
          <a:blip r:embed="rId2">
            <a:alphaModFix/>
          </a:blip>
          <a:stretch>
            <a:fillRect/>
          </a:stretch>
        </p:blipFill>
        <p:spPr>
          <a:xfrm>
            <a:off x="5283625" y="843000"/>
            <a:ext cx="3457500" cy="3457500"/>
          </a:xfrm>
          <a:prstGeom prst="rect">
            <a:avLst/>
          </a:prstGeom>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Цитата, фон градиент" type="secHead">
  <p:cSld name="SECTION_HEADER">
    <p:spTree>
      <p:nvGrpSpPr>
        <p:cNvPr id="1" name=""/>
        <p:cNvGrpSpPr/>
        <p:nvPr/>
      </p:nvGrpSpPr>
      <p:grpSpPr>
        <a:xfrm>
          <a:off x="0" y="0"/>
          <a:ext cx="0" cy="0"/>
          <a:chOff x="0" y="0"/>
          <a:chExt cx="0" cy="0"/>
        </a:xfrm>
      </p:grpSpPr>
      <p:sp>
        <p:nvSpPr>
          <p:cNvPr id="73" name="Google Shape;73;p18">
            <a:extLst>
              <a:ext uri="{FF2B5EF4-FFF2-40B4-BE49-F238E27FC236}">
                <a16:creationId xmlns:a16="http://schemas.microsoft.com/office/drawing/2014/main" id="{F8243998-51DC-4271-A1FF-8E57E4BF5BE1}"/>
              </a:ext>
            </a:extLst>
          </p:cNvPr>
          <p:cNvSpPr>
            <a:spLocks noGrp="1"/>
          </p:cNvSpPr>
          <p:nvPr>
            <p:ph type="title"/>
          </p:nvPr>
        </p:nvSpPr>
        <p:spPr>
          <a:xfrm>
            <a:off x="604350" y="1999200"/>
            <a:ext cx="7935300" cy="1145100"/>
          </a:xfrm>
          <a:prstGeom prst="rect">
            <a:avLst/>
          </a:prstGeom>
        </p:spPr>
        <p:txBody>
          <a:bodyPr spcFirstLastPara="1" wrap="square" lIns="91425" tIns="91425" rIns="91425" bIns="91425" anchor="ctr">
            <a:spAutoFit/>
          </a:bodyPr>
          <a:lstStyle>
            <a:lvl1pPr>
              <a:spcBef>
                <a:spcPts val="0"/>
              </a:spcBef>
              <a:spcAft>
                <a:spcPts val="0"/>
              </a:spcAft>
              <a:buClr>
                <a:schemeClr val="lt1"/>
              </a:buClr>
              <a:buSzPts val="4500"/>
              <a:buNone/>
              <a:defRPr sz="4500">
                <a:solidFill>
                  <a:schemeClr val="lt1"/>
                </a:solidFill>
              </a:defRPr>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74" name="Google Shape;74;p18">
            <a:extLst>
              <a:ext uri="{FF2B5EF4-FFF2-40B4-BE49-F238E27FC236}">
                <a16:creationId xmlns:a16="http://schemas.microsoft.com/office/drawing/2014/main" id="{D4B2994D-E521-47C8-80A4-9146FC180680}"/>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этапы процесса">
  <p:cSld name="CUSTOM_5">
    <p:spTree>
      <p:nvGrpSpPr>
        <p:cNvPr id="1" name=""/>
        <p:cNvGrpSpPr/>
        <p:nvPr/>
      </p:nvGrpSpPr>
      <p:grpSpPr>
        <a:xfrm>
          <a:off x="0" y="0"/>
          <a:ext cx="0" cy="0"/>
          <a:chOff x="0" y="0"/>
          <a:chExt cx="0" cy="0"/>
        </a:xfrm>
      </p:grpSpPr>
      <p:sp>
        <p:nvSpPr>
          <p:cNvPr id="76" name="Google Shape;76;p19">
            <a:extLst>
              <a:ext uri="{FF2B5EF4-FFF2-40B4-BE49-F238E27FC236}">
                <a16:creationId xmlns:a16="http://schemas.microsoft.com/office/drawing/2014/main" id="{6C8220B0-22F1-436A-8199-F2FBDDD83442}"/>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pic>
        <p:nvPicPr>
          <p:cNvPr id="77" name="Google Shape;77;p19">
            <a:extLst>
              <a:ext uri="{FF2B5EF4-FFF2-40B4-BE49-F238E27FC236}">
                <a16:creationId xmlns:a16="http://schemas.microsoft.com/office/drawing/2014/main" id="{956935AF-1C3E-41AE-9163-5E1590174318}"/>
              </a:ext>
            </a:extLst>
          </p:cNvPr>
          <p:cNvPicPr>
            <a:picLocks noChangeAspect="1"/>
          </p:cNvPicPr>
          <p:nvPr/>
        </p:nvPicPr>
        <p:blipFill>
          <a:blip r:embed="rId2">
            <a:alphaModFix/>
          </a:blip>
          <a:stretch>
            <a:fillRect/>
          </a:stretch>
        </p:blipFill>
        <p:spPr>
          <a:xfrm>
            <a:off x="922851" y="1821363"/>
            <a:ext cx="1643210" cy="755249"/>
          </a:xfrm>
          <a:prstGeom prst="rect">
            <a:avLst/>
          </a:prstGeom>
          <a:ln>
            <a:noFill/>
          </a:ln>
          <a:effectLst>
            <a:outerShdw blurRad="142875" dist="28575" dir="5400000" algn="bl" rotWithShape="0">
              <a:srgbClr val="000000">
                <a:alpha val="41000"/>
              </a:srgbClr>
            </a:outerShdw>
          </a:effectLst>
        </p:spPr>
      </p:pic>
      <p:pic>
        <p:nvPicPr>
          <p:cNvPr id="78" name="Google Shape;78;p19">
            <a:extLst>
              <a:ext uri="{FF2B5EF4-FFF2-40B4-BE49-F238E27FC236}">
                <a16:creationId xmlns:a16="http://schemas.microsoft.com/office/drawing/2014/main" id="{67AB1023-2BFE-4DA6-B94A-6352F886E047}"/>
              </a:ext>
            </a:extLst>
          </p:cNvPr>
          <p:cNvPicPr>
            <a:picLocks noChangeAspect="1"/>
          </p:cNvPicPr>
          <p:nvPr/>
        </p:nvPicPr>
        <p:blipFill>
          <a:blip r:embed="rId3">
            <a:alphaModFix/>
          </a:blip>
          <a:stretch>
            <a:fillRect/>
          </a:stretch>
        </p:blipFill>
        <p:spPr>
          <a:xfrm>
            <a:off x="2768289" y="1821362"/>
            <a:ext cx="1643210" cy="755249"/>
          </a:xfrm>
          <a:prstGeom prst="rect">
            <a:avLst/>
          </a:prstGeom>
          <a:ln>
            <a:noFill/>
          </a:ln>
          <a:effectLst>
            <a:outerShdw blurRad="142875" dist="28575" dir="5400000" algn="bl" rotWithShape="0">
              <a:srgbClr val="000000">
                <a:alpha val="41000"/>
              </a:srgbClr>
            </a:outerShdw>
          </a:effectLst>
        </p:spPr>
      </p:pic>
      <p:pic>
        <p:nvPicPr>
          <p:cNvPr id="79" name="Google Shape;79;p19">
            <a:extLst>
              <a:ext uri="{FF2B5EF4-FFF2-40B4-BE49-F238E27FC236}">
                <a16:creationId xmlns:a16="http://schemas.microsoft.com/office/drawing/2014/main" id="{7292301F-A553-44EC-832E-3DDD037DBD24}"/>
              </a:ext>
            </a:extLst>
          </p:cNvPr>
          <p:cNvPicPr>
            <a:picLocks noChangeAspect="1"/>
          </p:cNvPicPr>
          <p:nvPr/>
        </p:nvPicPr>
        <p:blipFill>
          <a:blip r:embed="rId4">
            <a:alphaModFix/>
          </a:blip>
          <a:stretch>
            <a:fillRect/>
          </a:stretch>
        </p:blipFill>
        <p:spPr>
          <a:xfrm>
            <a:off x="4527615" y="1821362"/>
            <a:ext cx="1643210" cy="755249"/>
          </a:xfrm>
          <a:prstGeom prst="rect">
            <a:avLst/>
          </a:prstGeom>
          <a:ln>
            <a:noFill/>
          </a:ln>
          <a:effectLst>
            <a:outerShdw blurRad="142875" dist="28575" dir="5400000" algn="bl" rotWithShape="0">
              <a:srgbClr val="000000">
                <a:alpha val="41000"/>
              </a:srgbClr>
            </a:outerShdw>
          </a:effectLst>
        </p:spPr>
      </p:pic>
      <p:pic>
        <p:nvPicPr>
          <p:cNvPr id="80" name="Google Shape;80;p19">
            <a:extLst>
              <a:ext uri="{FF2B5EF4-FFF2-40B4-BE49-F238E27FC236}">
                <a16:creationId xmlns:a16="http://schemas.microsoft.com/office/drawing/2014/main" id="{2F9BA094-A6C4-4D49-B433-644D2936C30F}"/>
              </a:ext>
            </a:extLst>
          </p:cNvPr>
          <p:cNvPicPr>
            <a:picLocks noChangeAspect="1"/>
          </p:cNvPicPr>
          <p:nvPr/>
        </p:nvPicPr>
        <p:blipFill>
          <a:blip r:embed="rId5">
            <a:alphaModFix/>
          </a:blip>
          <a:stretch>
            <a:fillRect/>
          </a:stretch>
        </p:blipFill>
        <p:spPr>
          <a:xfrm>
            <a:off x="6347001" y="1821362"/>
            <a:ext cx="1643210" cy="755249"/>
          </a:xfrm>
          <a:prstGeom prst="rect">
            <a:avLst/>
          </a:prstGeom>
          <a:ln>
            <a:noFill/>
          </a:ln>
          <a:effectLst>
            <a:outerShdw blurRad="142875" dist="28575" dir="5400000" algn="bl" rotWithShape="0">
              <a:srgbClr val="000000">
                <a:alpha val="41000"/>
              </a:srgbClr>
            </a:outerShdw>
          </a:effectLst>
        </p:spPr>
      </p:pic>
      <p:sp>
        <p:nvSpPr>
          <p:cNvPr id="81" name="Google Shape;81;p19">
            <a:extLst>
              <a:ext uri="{FF2B5EF4-FFF2-40B4-BE49-F238E27FC236}">
                <a16:creationId xmlns:a16="http://schemas.microsoft.com/office/drawing/2014/main" id="{0EAEFD3A-7554-4F5F-BD75-A1F9BF864125}"/>
              </a:ext>
            </a:extLst>
          </p:cNvPr>
          <p:cNvSpPr>
            <a:spLocks noGrp="1"/>
          </p:cNvSpPr>
          <p:nvPr/>
        </p:nvSpPr>
        <p:spPr>
          <a:xfrm>
            <a:off x="1213006" y="1944853"/>
            <a:ext cx="1062900" cy="415500"/>
          </a:xfrm>
          <a:prstGeom prst="rect">
            <a:avLst/>
          </a:prstGeom>
          <a:noFill/>
          <a:ln>
            <a:noFill/>
          </a:ln>
        </p:spPr>
        <p:txBody>
          <a:bodyPr spcFirstLastPara="1" wrap="square" lIns="91425" tIns="91425" rIns="91425" bIns="91425" anchor="t">
            <a:spAutoFit/>
          </a:bodyPr>
          <a:lstStyle/>
          <a:p>
            <a:pPr marL="0" lvl="0" indent="0" algn="l">
              <a:spcBef>
                <a:spcPts val="0"/>
              </a:spcBef>
              <a:spcAft>
                <a:spcPts val="0"/>
              </a:spcAft>
              <a:buNone/>
            </a:pPr>
            <a:r>
              <a:rPr sz="1500" b="1">
                <a:solidFill>
                  <a:srgbClr val="EEEEEE"/>
                </a:solidFill>
                <a:latin typeface="Roboto"/>
                <a:ea typeface="Roboto"/>
                <a:cs typeface="Roboto"/>
              </a:rPr>
              <a:t>Этап 1</a:t>
            </a:r>
          </a:p>
        </p:txBody>
      </p:sp>
      <p:sp>
        <p:nvSpPr>
          <p:cNvPr id="82" name="Google Shape;82;p19">
            <a:extLst>
              <a:ext uri="{FF2B5EF4-FFF2-40B4-BE49-F238E27FC236}">
                <a16:creationId xmlns:a16="http://schemas.microsoft.com/office/drawing/2014/main" id="{258155D7-D0F3-4B5B-A5FB-9D15C1F37A0A}"/>
              </a:ext>
            </a:extLst>
          </p:cNvPr>
          <p:cNvSpPr>
            <a:spLocks noGrp="1"/>
          </p:cNvSpPr>
          <p:nvPr/>
        </p:nvSpPr>
        <p:spPr>
          <a:xfrm>
            <a:off x="3058443" y="1944853"/>
            <a:ext cx="1062900" cy="415500"/>
          </a:xfrm>
          <a:prstGeom prst="rect">
            <a:avLst/>
          </a:prstGeom>
          <a:noFill/>
          <a:ln>
            <a:noFill/>
          </a:ln>
        </p:spPr>
        <p:txBody>
          <a:bodyPr spcFirstLastPara="1" wrap="square" lIns="91425" tIns="91425" rIns="91425" bIns="91425" anchor="t">
            <a:spAutoFit/>
          </a:bodyPr>
          <a:lstStyle/>
          <a:p>
            <a:pPr marL="0" lvl="0" indent="0" algn="l">
              <a:spcBef>
                <a:spcPts val="0"/>
              </a:spcBef>
              <a:spcAft>
                <a:spcPts val="0"/>
              </a:spcAft>
              <a:buNone/>
            </a:pPr>
            <a:r>
              <a:rPr sz="1500" b="1">
                <a:solidFill>
                  <a:srgbClr val="EEEEEE"/>
                </a:solidFill>
                <a:latin typeface="Roboto"/>
                <a:ea typeface="Roboto"/>
                <a:cs typeface="Roboto"/>
              </a:rPr>
              <a:t>Этап 2</a:t>
            </a:r>
          </a:p>
        </p:txBody>
      </p:sp>
      <p:sp>
        <p:nvSpPr>
          <p:cNvPr id="83" name="Google Shape;83;p19">
            <a:extLst>
              <a:ext uri="{FF2B5EF4-FFF2-40B4-BE49-F238E27FC236}">
                <a16:creationId xmlns:a16="http://schemas.microsoft.com/office/drawing/2014/main" id="{59DB0FAE-73BC-4EF5-8A36-568641074D39}"/>
              </a:ext>
            </a:extLst>
          </p:cNvPr>
          <p:cNvSpPr>
            <a:spLocks noGrp="1"/>
          </p:cNvSpPr>
          <p:nvPr/>
        </p:nvSpPr>
        <p:spPr>
          <a:xfrm>
            <a:off x="4817770" y="1944853"/>
            <a:ext cx="1062900" cy="415500"/>
          </a:xfrm>
          <a:prstGeom prst="rect">
            <a:avLst/>
          </a:prstGeom>
          <a:noFill/>
          <a:ln>
            <a:noFill/>
          </a:ln>
        </p:spPr>
        <p:txBody>
          <a:bodyPr spcFirstLastPara="1" wrap="square" lIns="91425" tIns="91425" rIns="91425" bIns="91425" anchor="t">
            <a:spAutoFit/>
          </a:bodyPr>
          <a:lstStyle/>
          <a:p>
            <a:pPr marL="0" lvl="0" indent="0" algn="l">
              <a:spcBef>
                <a:spcPts val="0"/>
              </a:spcBef>
              <a:spcAft>
                <a:spcPts val="0"/>
              </a:spcAft>
              <a:buNone/>
            </a:pPr>
            <a:r>
              <a:rPr sz="1500" b="1">
                <a:solidFill>
                  <a:srgbClr val="EEEEEE"/>
                </a:solidFill>
                <a:latin typeface="Roboto"/>
                <a:ea typeface="Roboto"/>
                <a:cs typeface="Roboto"/>
              </a:rPr>
              <a:t>Этап 3</a:t>
            </a:r>
          </a:p>
        </p:txBody>
      </p:sp>
      <p:sp>
        <p:nvSpPr>
          <p:cNvPr id="84" name="Google Shape;84;p19">
            <a:extLst>
              <a:ext uri="{FF2B5EF4-FFF2-40B4-BE49-F238E27FC236}">
                <a16:creationId xmlns:a16="http://schemas.microsoft.com/office/drawing/2014/main" id="{E0EB2BBD-DF54-4E02-90A8-534486B33443}"/>
              </a:ext>
            </a:extLst>
          </p:cNvPr>
          <p:cNvSpPr>
            <a:spLocks noGrp="1"/>
          </p:cNvSpPr>
          <p:nvPr/>
        </p:nvSpPr>
        <p:spPr>
          <a:xfrm>
            <a:off x="6637156" y="1944853"/>
            <a:ext cx="1062900" cy="415500"/>
          </a:xfrm>
          <a:prstGeom prst="rect">
            <a:avLst/>
          </a:prstGeom>
          <a:noFill/>
          <a:ln>
            <a:noFill/>
          </a:ln>
        </p:spPr>
        <p:txBody>
          <a:bodyPr spcFirstLastPara="1" wrap="square" lIns="91425" tIns="91425" rIns="91425" bIns="91425" anchor="t">
            <a:spAutoFit/>
          </a:bodyPr>
          <a:lstStyle/>
          <a:p>
            <a:pPr marL="0" lvl="0" indent="0" algn="l">
              <a:spcBef>
                <a:spcPts val="0"/>
              </a:spcBef>
              <a:spcAft>
                <a:spcPts val="0"/>
              </a:spcAft>
              <a:buNone/>
            </a:pPr>
            <a:r>
              <a:rPr sz="1500" b="1">
                <a:solidFill>
                  <a:srgbClr val="EEEEEE"/>
                </a:solidFill>
                <a:latin typeface="Roboto"/>
                <a:ea typeface="Roboto"/>
                <a:cs typeface="Roboto"/>
              </a:rPr>
              <a:t>Этап 4</a:t>
            </a:r>
          </a:p>
        </p:txBody>
      </p:sp>
      <p:sp>
        <p:nvSpPr>
          <p:cNvPr id="85" name="Google Shape;85;p19">
            <a:extLst>
              <a:ext uri="{FF2B5EF4-FFF2-40B4-BE49-F238E27FC236}">
                <a16:creationId xmlns:a16="http://schemas.microsoft.com/office/drawing/2014/main" id="{51C6BB0D-B485-42E8-A9D4-72F043B1834C}"/>
              </a:ext>
            </a:extLst>
          </p:cNvPr>
          <p:cNvSpPr>
            <a:spLocks noGrp="1"/>
          </p:cNvSpPr>
          <p:nvPr/>
        </p:nvSpPr>
        <p:spPr>
          <a:xfrm>
            <a:off x="982906" y="3241600"/>
            <a:ext cx="1523100" cy="1094400"/>
          </a:xfrm>
          <a:prstGeom prst="rect">
            <a:avLst/>
          </a:prstGeom>
          <a:noFill/>
          <a:ln>
            <a:noFill/>
          </a:ln>
        </p:spPr>
        <p:txBody>
          <a:bodyPr spcFirstLastPara="1" wrap="square" lIns="0" tIns="0" rIns="0" bIns="0" anchor="t">
            <a:spAutoFit/>
          </a:bodyPr>
          <a:lstStyle/>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strike="noStrike" cap="none">
                <a:solidFill>
                  <a:srgbClr val="000000"/>
                </a:solidFill>
                <a:latin typeface="Roboto"/>
                <a:ea typeface="Roboto"/>
                <a:cs typeface="Roboto"/>
              </a:rPr>
              <a:t>их типов данных, соглашений </a:t>
            </a:r>
          </a:p>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6" name="Google Shape;86;p19">
            <a:extLst>
              <a:ext uri="{FF2B5EF4-FFF2-40B4-BE49-F238E27FC236}">
                <a16:creationId xmlns:a16="http://schemas.microsoft.com/office/drawing/2014/main" id="{B3F469AA-34A7-4E61-AD39-83CCA5C5F155}"/>
              </a:ext>
            </a:extLst>
          </p:cNvPr>
          <p:cNvSpPr>
            <a:spLocks noGrp="1"/>
          </p:cNvSpPr>
          <p:nvPr/>
        </p:nvSpPr>
        <p:spPr>
          <a:xfrm>
            <a:off x="2828343" y="3241600"/>
            <a:ext cx="1523100" cy="1094400"/>
          </a:xfrm>
          <a:prstGeom prst="rect">
            <a:avLst/>
          </a:prstGeom>
          <a:noFill/>
          <a:ln>
            <a:noFill/>
          </a:ln>
        </p:spPr>
        <p:txBody>
          <a:bodyPr spcFirstLastPara="1" wrap="square" lIns="0" tIns="0" rIns="0" bIns="0" anchor="t">
            <a:spAutoFit/>
          </a:bodyPr>
          <a:lstStyle/>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strike="noStrike" cap="none">
                <a:solidFill>
                  <a:srgbClr val="000000"/>
                </a:solidFill>
                <a:latin typeface="Roboto"/>
                <a:ea typeface="Roboto"/>
                <a:cs typeface="Roboto"/>
              </a:rPr>
              <a:t>их типов данных, соглашений </a:t>
            </a:r>
          </a:p>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7" name="Google Shape;87;p19">
            <a:extLst>
              <a:ext uri="{FF2B5EF4-FFF2-40B4-BE49-F238E27FC236}">
                <a16:creationId xmlns:a16="http://schemas.microsoft.com/office/drawing/2014/main" id="{D125E369-4D4D-40E0-B405-1EC84C23DBAB}"/>
              </a:ext>
            </a:extLst>
          </p:cNvPr>
          <p:cNvSpPr>
            <a:spLocks noGrp="1"/>
          </p:cNvSpPr>
          <p:nvPr/>
        </p:nvSpPr>
        <p:spPr>
          <a:xfrm>
            <a:off x="4587670" y="3241600"/>
            <a:ext cx="1523100" cy="1094400"/>
          </a:xfrm>
          <a:prstGeom prst="rect">
            <a:avLst/>
          </a:prstGeom>
          <a:noFill/>
          <a:ln>
            <a:noFill/>
          </a:ln>
        </p:spPr>
        <p:txBody>
          <a:bodyPr spcFirstLastPara="1" wrap="square" lIns="0" tIns="0" rIns="0" bIns="0" anchor="t">
            <a:spAutoFit/>
          </a:bodyPr>
          <a:lstStyle/>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strike="noStrike" cap="none">
                <a:solidFill>
                  <a:srgbClr val="000000"/>
                </a:solidFill>
                <a:latin typeface="Roboto"/>
                <a:ea typeface="Roboto"/>
                <a:cs typeface="Roboto"/>
              </a:rPr>
              <a:t>их типов данных, соглашений </a:t>
            </a:r>
          </a:p>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
        <p:nvSpPr>
          <p:cNvPr id="88" name="Google Shape;88;p19">
            <a:extLst>
              <a:ext uri="{FF2B5EF4-FFF2-40B4-BE49-F238E27FC236}">
                <a16:creationId xmlns:a16="http://schemas.microsoft.com/office/drawing/2014/main" id="{25751A84-C9F0-4375-8BE3-1C2CDB2DA6E6}"/>
              </a:ext>
            </a:extLst>
          </p:cNvPr>
          <p:cNvSpPr>
            <a:spLocks noGrp="1"/>
          </p:cNvSpPr>
          <p:nvPr/>
        </p:nvSpPr>
        <p:spPr>
          <a:xfrm>
            <a:off x="6407056" y="3241600"/>
            <a:ext cx="1523100" cy="1094400"/>
          </a:xfrm>
          <a:prstGeom prst="rect">
            <a:avLst/>
          </a:prstGeom>
          <a:noFill/>
          <a:ln>
            <a:noFill/>
          </a:ln>
        </p:spPr>
        <p:txBody>
          <a:bodyPr spcFirstLastPara="1" wrap="square" lIns="0" tIns="0" rIns="0" bIns="0" anchor="t">
            <a:spAutoFit/>
          </a:bodyPr>
          <a:lstStyle/>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Описание данных в виде набора сущностей, отношений между ними, атрибутов сущностей, </a:t>
            </a:r>
            <a:r>
              <a:rPr sz="900">
                <a:solidFill>
                  <a:srgbClr val="000000"/>
                </a:solidFill>
                <a:latin typeface="Roboto"/>
                <a:ea typeface="Roboto"/>
                <a:cs typeface="Roboto"/>
              </a:rPr>
              <a:t> </a:t>
            </a:r>
            <a:r>
              <a:rPr sz="900" i="0" u="none" strike="noStrike" cap="none">
                <a:solidFill>
                  <a:srgbClr val="000000"/>
                </a:solidFill>
                <a:latin typeface="Roboto"/>
                <a:ea typeface="Roboto"/>
                <a:cs typeface="Roboto"/>
              </a:rPr>
              <a:t>их типов данных, соглашений </a:t>
            </a:r>
          </a:p>
          <a:p>
            <a:pPr marL="0" marR="0" lvl="0" indent="0" algn="l">
              <a:lnSpc>
                <a:spcPct val="115000"/>
              </a:lnSpc>
              <a:spcBef>
                <a:spcPts val="0"/>
              </a:spcBef>
              <a:spcAft>
                <a:spcPts val="0"/>
              </a:spcAft>
              <a:buClr>
                <a:srgbClr val="1A1A1A"/>
              </a:buClr>
              <a:buSzPts val="1900"/>
              <a:buFont typeface="Roboto"/>
              <a:buNone/>
            </a:pPr>
            <a:r>
              <a:rPr sz="900" i="0" u="none" strike="noStrike" cap="none">
                <a:solidFill>
                  <a:srgbClr val="000000"/>
                </a:solidFill>
                <a:latin typeface="Roboto"/>
                <a:ea typeface="Roboto"/>
                <a:cs typeface="Roboto"/>
              </a:rPr>
              <a:t>об именовании и правил проверки целостностей </a:t>
            </a:r>
            <a:endParaRPr sz="900">
              <a:solidFill>
                <a:srgbClr val="000000"/>
              </a:solidFill>
              <a:latin typeface="Roboto"/>
              <a:ea typeface="Roboto"/>
              <a:cs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Список в 2 колонки ">
  <p:cSld name="CUSTOM_8">
    <p:spTree>
      <p:nvGrpSpPr>
        <p:cNvPr id="1" name=""/>
        <p:cNvGrpSpPr/>
        <p:nvPr/>
      </p:nvGrpSpPr>
      <p:grpSpPr>
        <a:xfrm>
          <a:off x="0" y="0"/>
          <a:ext cx="0" cy="0"/>
          <a:chOff x="0" y="0"/>
          <a:chExt cx="0" cy="0"/>
        </a:xfrm>
      </p:grpSpPr>
      <p:sp>
        <p:nvSpPr>
          <p:cNvPr id="90" name="Google Shape;90;p20">
            <a:extLst>
              <a:ext uri="{FF2B5EF4-FFF2-40B4-BE49-F238E27FC236}">
                <a16:creationId xmlns:a16="http://schemas.microsoft.com/office/drawing/2014/main" id="{AEABC248-946F-420D-BD26-FD3465FFDF1B}"/>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graphicFrame>
        <p:nvGraphicFramePr>
          <p:cNvPr id="91" name="Google Shape;91;p20">
            <a:extLst>
              <a:ext uri="{FF2B5EF4-FFF2-40B4-BE49-F238E27FC236}">
                <a16:creationId xmlns:a16="http://schemas.microsoft.com/office/drawing/2014/main" id="{CA3E816E-9FAC-45B9-8023-E300174240FF}"/>
              </a:ext>
            </a:extLst>
          </p:cNvPr>
          <p:cNvGraphicFramePr/>
          <p:nvPr/>
        </p:nvGraphicFramePr>
        <p:xfrm>
          <a:off x="655650" y="1745800"/>
          <a:ext cx="3000000" cy="3000000"/>
        </p:xfrm>
        <a:graphic>
          <a:graphicData uri="http://schemas.openxmlformats.org/drawingml/2006/table">
            <a:tbl>
              <a:tblPr>
                <a:tableStyleId>{6BD623A0-F753-409D-B414-B5DF9D8F98A2}</a:tableStyleId>
              </a:tblPr>
              <a:tblGrid>
                <a:gridCol w="3800400">
                  <a:extLst>
                    <a:ext uri="{9D8B030D-6E8A-4147-A177-3AD203B41FA5}">
                      <a16:colId xmlns:a16="http://schemas.microsoft.com/office/drawing/2014/main" val="20000"/>
                    </a:ext>
                  </a:extLst>
                </a:gridCol>
                <a:gridCol w="4410000">
                  <a:extLst>
                    <a:ext uri="{9D8B030D-6E8A-4147-A177-3AD203B41FA5}">
                      <a16:colId xmlns:a16="http://schemas.microsoft.com/office/drawing/2014/main" val="20001"/>
                    </a:ext>
                  </a:extLst>
                </a:gridCol>
              </a:tblGrid>
              <a:tr h="479150">
                <a:tc>
                  <a:txBody>
                    <a:bodyPr/>
                    <a:lstStyle/>
                    <a:p>
                      <a:pPr marL="0" lvl="0" indent="0" algn="l">
                        <a:spcBef>
                          <a:spcPts val="0"/>
                        </a:spcBef>
                        <a:spcAft>
                          <a:spcPts val="1000"/>
                        </a:spcAft>
                        <a:buNone/>
                      </a:pPr>
                      <a:r>
                        <a:rPr sz="1700" b="1">
                          <a:solidFill>
                            <a:srgbClr val="9857F3"/>
                          </a:solidFill>
                          <a:latin typeface="Roboto"/>
                          <a:ea typeface="Roboto"/>
                          <a:cs typeface="Roboto"/>
                        </a:rPr>
                        <a:t>1. Описание эксперимента</a:t>
                      </a:r>
                      <a:r>
                        <a:rPr sz="1700" b="1">
                          <a:solidFill>
                            <a:srgbClr val="000000"/>
                          </a:solidFill>
                          <a:latin typeface="Roboto"/>
                          <a:ea typeface="Roboto"/>
                          <a:cs typeface="Roboto"/>
                        </a:rPr>
                        <a:t> </a:t>
                      </a:r>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c>
                  <a:txBody>
                    <a:bodyPr/>
                    <a:lstStyle/>
                    <a:p>
                      <a:pPr marL="0" lvl="0" indent="0" algn="l">
                        <a:spcBef>
                          <a:spcPts val="0"/>
                        </a:spcBef>
                        <a:spcAft>
                          <a:spcPts val="1000"/>
                        </a:spcAft>
                        <a:buNone/>
                      </a:pPr>
                      <a:r>
                        <a:rPr sz="1700" b="1">
                          <a:solidFill>
                            <a:srgbClr val="9857F3"/>
                          </a:solidFill>
                          <a:latin typeface="Roboto"/>
                          <a:ea typeface="Roboto"/>
                          <a:cs typeface="Roboto"/>
                        </a:rPr>
                        <a:t>2. Технические детали</a:t>
                      </a: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extLst>
                  <a:ext uri="{0D108BD9-81ED-4DB2-BD59-A6C34878D82A}">
                    <a16:rowId xmlns:a16="http://schemas.microsoft.com/office/drawing/2014/main" val="10000"/>
                  </a:ext>
                </a:extLst>
              </a:tr>
              <a:tr h="1016175">
                <a:tc>
                  <a:txBody>
                    <a:bodyPr/>
                    <a:lstStyle/>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Гипотеза</a:t>
                      </a: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Целевая аудитория</a:t>
                      </a: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Ожидаемый результат</a:t>
                      </a:r>
                      <a:endParaRP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tc>
                  <a:txBody>
                    <a:bodyPr/>
                    <a:lstStyle/>
                    <a:p>
                      <a:pPr marL="457200" lvl="0" indent="-317500" algn="l">
                        <a:lnSpc>
                          <a:spcPct val="115000"/>
                        </a:lnSpc>
                        <a:spcBef>
                          <a:spcPts val="0"/>
                        </a:spcBef>
                        <a:spcAft>
                          <a:spcPts val="0"/>
                        </a:spcAft>
                        <a:buClr>
                          <a:srgbClr val="000000"/>
                        </a:buClr>
                        <a:buSzPts val="1400"/>
                        <a:buFont typeface="Roboto"/>
                        <a:buChar char="●"/>
                      </a:pPr>
                      <a:r>
                        <a:rPr sz="1700">
                          <a:solidFill>
                            <a:srgbClr val="000000"/>
                          </a:solidFill>
                          <a:latin typeface="Roboto"/>
                          <a:ea typeface="Roboto"/>
                          <a:cs typeface="Roboto"/>
                        </a:rPr>
                        <a:t> </a:t>
                      </a:r>
                      <a:r>
                        <a:rPr sz="1500">
                          <a:solidFill>
                            <a:srgbClr val="000000"/>
                          </a:solidFill>
                          <a:latin typeface="Roboto"/>
                          <a:ea typeface="Roboto"/>
                          <a:cs typeface="Roboto"/>
                        </a:rPr>
                        <a:t>Реализация</a:t>
                      </a: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Настройки</a:t>
                      </a:r>
                    </a:p>
                    <a:p>
                      <a:pPr marL="457200" lvl="0" indent="-323850" algn="l">
                        <a:lnSpc>
                          <a:spcPct val="115000"/>
                        </a:lnSpc>
                        <a:spcBef>
                          <a:spcPts val="0"/>
                        </a:spcBef>
                        <a:spcAft>
                          <a:spcPts val="0"/>
                        </a:spcAft>
                        <a:buClr>
                          <a:srgbClr val="000000"/>
                        </a:buClr>
                        <a:buSzPts val="1500"/>
                        <a:buFont typeface="Roboto"/>
                        <a:buChar char="●"/>
                      </a:pPr>
                      <a:r>
                        <a:rPr sz="1500">
                          <a:solidFill>
                            <a:srgbClr val="000000"/>
                          </a:solidFill>
                          <a:latin typeface="Roboto"/>
                          <a:ea typeface="Roboto"/>
                          <a:cs typeface="Roboto"/>
                        </a:rPr>
                        <a:t> Метрики</a:t>
                      </a:r>
                    </a:p>
                  </a:txBody>
                  <a:tcPr marL="91425" marR="91425" marT="91425" marB="91425">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ссылка на источник">
  <p:cSld name="TITLE_AND_TWO_COLUMNS">
    <p:spTree>
      <p:nvGrpSpPr>
        <p:cNvPr id="1" name=""/>
        <p:cNvGrpSpPr/>
        <p:nvPr/>
      </p:nvGrpSpPr>
      <p:grpSpPr>
        <a:xfrm>
          <a:off x="0" y="0"/>
          <a:ext cx="0" cy="0"/>
          <a:chOff x="0" y="0"/>
          <a:chExt cx="0" cy="0"/>
        </a:xfrm>
      </p:grpSpPr>
      <p:sp>
        <p:nvSpPr>
          <p:cNvPr id="93" name="Google Shape;93;p21">
            <a:extLst>
              <a:ext uri="{FF2B5EF4-FFF2-40B4-BE49-F238E27FC236}">
                <a16:creationId xmlns:a16="http://schemas.microsoft.com/office/drawing/2014/main" id="{60FBB2C6-C930-4E7A-A4D9-3147A1B9BEA8}"/>
              </a:ext>
            </a:extLst>
          </p:cNvPr>
          <p:cNvSpPr>
            <a:spLocks noGrp="1"/>
          </p:cNvSpPr>
          <p:nvPr/>
        </p:nvSpPr>
        <p:spPr>
          <a:xfrm>
            <a:off x="556300" y="4554000"/>
            <a:ext cx="4239900" cy="354000"/>
          </a:xfrm>
          <a:prstGeom prst="rect">
            <a:avLst/>
          </a:prstGeom>
          <a:noFill/>
          <a:ln>
            <a:noFill/>
          </a:ln>
        </p:spPr>
        <p:txBody>
          <a:bodyPr spcFirstLastPara="1" wrap="square" lIns="91425" tIns="91425" rIns="91425" bIns="91425" anchor="t">
            <a:spAutoFit/>
          </a:bodyPr>
          <a:lstStyle/>
          <a:p>
            <a:pPr marL="0" lvl="0" indent="0" algn="l">
              <a:spcBef>
                <a:spcPts val="0"/>
              </a:spcBef>
              <a:spcAft>
                <a:spcPts val="0"/>
              </a:spcAft>
              <a:buNone/>
            </a:pPr>
            <a:r>
              <a:rPr sz="1100">
                <a:solidFill>
                  <a:schemeClr val="dk1"/>
                </a:solidFill>
                <a:latin typeface="Roboto"/>
                <a:ea typeface="Roboto"/>
                <a:cs typeface="Roboto"/>
              </a:rPr>
              <a:t>добавьте ссылку на источник</a:t>
            </a:r>
            <a:endParaRPr sz="1100">
              <a:solidFill>
                <a:srgbClr val="013D85"/>
              </a:solidFill>
              <a:latin typeface="Roboto"/>
              <a:ea typeface="Roboto"/>
              <a:cs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Слайд с подтемой">
  <p:cSld name="MAIN_POINT">
    <p:spTree>
      <p:nvGrpSpPr>
        <p:cNvPr id="1" name=""/>
        <p:cNvGrpSpPr/>
        <p:nvPr/>
      </p:nvGrpSpPr>
      <p:grpSpPr>
        <a:xfrm>
          <a:off x="0" y="0"/>
          <a:ext cx="0" cy="0"/>
          <a:chOff x="0" y="0"/>
          <a:chExt cx="0" cy="0"/>
        </a:xfrm>
      </p:grpSpPr>
      <p:sp>
        <p:nvSpPr>
          <p:cNvPr id="95" name="Google Shape;95;p22">
            <a:extLst>
              <a:ext uri="{FF2B5EF4-FFF2-40B4-BE49-F238E27FC236}">
                <a16:creationId xmlns:a16="http://schemas.microsoft.com/office/drawing/2014/main" id="{AE96C24D-0ED6-4CC6-A5AE-7747444BF6B9}"/>
              </a:ext>
            </a:extLst>
          </p:cNvPr>
          <p:cNvSpPr>
            <a:spLocks noGrp="1"/>
          </p:cNvSpPr>
          <p:nvPr>
            <p:ph type="title"/>
          </p:nvPr>
        </p:nvSpPr>
        <p:spPr>
          <a:xfrm>
            <a:off x="651425" y="396394"/>
            <a:ext cx="7706100" cy="4090800"/>
          </a:xfrm>
          <a:prstGeom prst="rect">
            <a:avLst/>
          </a:prstGeom>
        </p:spPr>
        <p:txBody>
          <a:bodyPr spcFirstLastPara="1" wrap="square" lIns="91425" tIns="91425" rIns="91425" bIns="91425" anchor="ctr">
            <a:spAutoFit/>
          </a:bodyPr>
          <a:lstStyle>
            <a:lvl1pPr>
              <a:spcBef>
                <a:spcPts val="0"/>
              </a:spcBef>
              <a:spcAft>
                <a:spcPts val="0"/>
              </a:spcAft>
              <a:buSzPts val="4600"/>
              <a:buNone/>
              <a:defRPr sz="4600"/>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Таблица ">
  <p:cSld name="CUSTOM_1">
    <p:spTree>
      <p:nvGrpSpPr>
        <p:cNvPr id="1" name=""/>
        <p:cNvGrpSpPr/>
        <p:nvPr/>
      </p:nvGrpSpPr>
      <p:grpSpPr>
        <a:xfrm>
          <a:off x="0" y="0"/>
          <a:ext cx="0" cy="0"/>
          <a:chOff x="0" y="0"/>
          <a:chExt cx="0" cy="0"/>
        </a:xfrm>
      </p:grpSpPr>
      <p:sp>
        <p:nvSpPr>
          <p:cNvPr id="97" name="Google Shape;97;p23">
            <a:extLst>
              <a:ext uri="{FF2B5EF4-FFF2-40B4-BE49-F238E27FC236}">
                <a16:creationId xmlns:a16="http://schemas.microsoft.com/office/drawing/2014/main" id="{B5EBCEE7-1DCE-4ABA-9127-EBD5E9E85F0A}"/>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graphicFrame>
        <p:nvGraphicFramePr>
          <p:cNvPr id="98" name="Google Shape;98;p23">
            <a:extLst>
              <a:ext uri="{FF2B5EF4-FFF2-40B4-BE49-F238E27FC236}">
                <a16:creationId xmlns:a16="http://schemas.microsoft.com/office/drawing/2014/main" id="{2A66B2A2-4C06-40E3-A997-CA387F2954CB}"/>
              </a:ext>
            </a:extLst>
          </p:cNvPr>
          <p:cNvGraphicFramePr/>
          <p:nvPr/>
        </p:nvGraphicFramePr>
        <p:xfrm>
          <a:off x="608700" y="1593650"/>
          <a:ext cx="3000000" cy="3000000"/>
        </p:xfrm>
        <a:graphic>
          <a:graphicData uri="http://schemas.openxmlformats.org/drawingml/2006/table">
            <a:tbl>
              <a:tblPr>
                <a:tableStyleId>{6BD623A0-F753-409D-B414-B5DF9D8F98A2}</a:tableStyleId>
              </a:tblPr>
              <a:tblGrid>
                <a:gridCol w="395875">
                  <a:extLst>
                    <a:ext uri="{9D8B030D-6E8A-4147-A177-3AD203B41FA5}">
                      <a16:colId xmlns:a16="http://schemas.microsoft.com/office/drawing/2014/main" val="20000"/>
                    </a:ext>
                  </a:extLst>
                </a:gridCol>
                <a:gridCol w="2403400">
                  <a:extLst>
                    <a:ext uri="{9D8B030D-6E8A-4147-A177-3AD203B41FA5}">
                      <a16:colId xmlns:a16="http://schemas.microsoft.com/office/drawing/2014/main" val="20001"/>
                    </a:ext>
                  </a:extLst>
                </a:gridCol>
                <a:gridCol w="2684725">
                  <a:extLst>
                    <a:ext uri="{9D8B030D-6E8A-4147-A177-3AD203B41FA5}">
                      <a16:colId xmlns:a16="http://schemas.microsoft.com/office/drawing/2014/main" val="20002"/>
                    </a:ext>
                  </a:extLst>
                </a:gridCol>
                <a:gridCol w="2477150">
                  <a:extLst>
                    <a:ext uri="{9D8B030D-6E8A-4147-A177-3AD203B41FA5}">
                      <a16:colId xmlns:a16="http://schemas.microsoft.com/office/drawing/2014/main" val="20003"/>
                    </a:ext>
                  </a:extLst>
                </a:gridCol>
              </a:tblGrid>
              <a:tr h="706100">
                <a:tc>
                  <a:txBody>
                    <a:bodyPr/>
                    <a:lstStyle/>
                    <a:p>
                      <a:pPr marL="0" lvl="0" indent="0" algn="l">
                        <a:spcBef>
                          <a:spcPts val="0"/>
                        </a:spcBef>
                        <a:spcAft>
                          <a:spcPts val="0"/>
                        </a:spcAft>
                        <a:buNone/>
                      </a:pPr>
                      <a:endParaRPr sz="1600" b="1">
                        <a:solidFill>
                          <a:srgbClr val="4811C5"/>
                        </a:solidFill>
                        <a:latin typeface="Roboto"/>
                        <a:ea typeface="Roboto"/>
                        <a:cs typeface="Roboto"/>
                      </a:endParaRP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None/>
                      </a:pPr>
                      <a:r>
                        <a:rPr sz="1600" b="1">
                          <a:solidFill>
                            <a:srgbClr val="9857F3"/>
                          </a:solidFill>
                          <a:latin typeface="Roboto"/>
                          <a:ea typeface="Roboto"/>
                          <a:cs typeface="Roboto"/>
                        </a:rPr>
                        <a:t>Название столбца</a:t>
                      </a: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Clr>
                          <a:srgbClr val="000000"/>
                        </a:buClr>
                        <a:buSzPts val="1100"/>
                        <a:buFont typeface="Arial"/>
                        <a:buNone/>
                      </a:pPr>
                      <a:r>
                        <a:rPr sz="1600" b="1">
                          <a:solidFill>
                            <a:srgbClr val="9857F3"/>
                          </a:solidFill>
                          <a:latin typeface="Roboto"/>
                          <a:ea typeface="Roboto"/>
                          <a:cs typeface="Roboto"/>
                        </a:rPr>
                        <a:t>Название столбца</a:t>
                      </a: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tc>
                  <a:txBody>
                    <a:bodyPr/>
                    <a:lstStyle/>
                    <a:p>
                      <a:pPr marL="0" lvl="0" indent="0" algn="l">
                        <a:spcBef>
                          <a:spcPts val="0"/>
                        </a:spcBef>
                        <a:spcAft>
                          <a:spcPts val="0"/>
                        </a:spcAft>
                        <a:buClr>
                          <a:srgbClr val="000000"/>
                        </a:buClr>
                        <a:buSzPts val="1100"/>
                        <a:buFont typeface="Arial"/>
                        <a:buNone/>
                      </a:pPr>
                      <a:r>
                        <a:rPr sz="1600" b="1">
                          <a:solidFill>
                            <a:srgbClr val="9857F3"/>
                          </a:solidFill>
                          <a:latin typeface="Roboto"/>
                          <a:ea typeface="Roboto"/>
                          <a:cs typeface="Roboto"/>
                        </a:rPr>
                        <a:t>Название столбца</a:t>
                      </a:r>
                    </a:p>
                  </a:txBody>
                  <a:tcPr marL="91425" marR="91425" marT="91425" marB="91425" anchor="ctr">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solidFill>
                      <a:srgbClr val="FFFFFF"/>
                    </a:solidFill>
                  </a:tcPr>
                </a:tc>
                <a:extLst>
                  <a:ext uri="{0D108BD9-81ED-4DB2-BD59-A6C34878D82A}">
                    <a16:rowId xmlns:a16="http://schemas.microsoft.com/office/drawing/2014/main" val="10000"/>
                  </a:ext>
                </a:extLst>
              </a:tr>
              <a:tr h="420325">
                <a:tc>
                  <a:txBody>
                    <a:bodyPr/>
                    <a:lstStyle/>
                    <a:p>
                      <a:pPr marL="0" lvl="0" indent="0" algn="l">
                        <a:spcBef>
                          <a:spcPts val="0"/>
                        </a:spcBef>
                        <a:spcAft>
                          <a:spcPts val="0"/>
                        </a:spcAft>
                        <a:buNone/>
                      </a:pPr>
                      <a:r>
                        <a:rPr b="1">
                          <a:solidFill>
                            <a:srgbClr val="9857F3"/>
                          </a:solidFill>
                          <a:latin typeface="Roboto"/>
                          <a:ea typeface="Roboto"/>
                          <a:cs typeface="Roboto"/>
                        </a:rPr>
                        <a:t>1.</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rPr sz="1300">
                          <a:solidFill>
                            <a:srgbClr val="000000"/>
                          </a:solidFill>
                          <a:latin typeface="Roboto"/>
                          <a:ea typeface="Roboto"/>
                          <a:cs typeface="Roboto"/>
                        </a:rPr>
                        <a:t>Текст нежирным шрифтом</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r>
                        <a:rPr sz="1300">
                          <a:solidFill>
                            <a:srgbClr val="000000"/>
                          </a:solidFill>
                          <a:latin typeface="Roboto"/>
                          <a:ea typeface="Roboto"/>
                          <a:cs typeface="Roboto"/>
                        </a:rPr>
                        <a:t>Текст нежирным шрифтом</a:t>
                      </a: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Clr>
                          <a:srgbClr val="000000"/>
                        </a:buClr>
                        <a:buSzPts val="1100"/>
                        <a:buFont typeface="Arial"/>
                        <a:buNone/>
                      </a:pPr>
                      <a:r>
                        <a:rPr sz="1300">
                          <a:solidFill>
                            <a:srgbClr val="000000"/>
                          </a:solidFill>
                          <a:latin typeface="Roboto"/>
                          <a:ea typeface="Roboto"/>
                          <a:cs typeface="Roboto"/>
                        </a:rPr>
                        <a:t>Текст нежирным шрифтом</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extLst>
                  <a:ext uri="{0D108BD9-81ED-4DB2-BD59-A6C34878D82A}">
                    <a16:rowId xmlns:a16="http://schemas.microsoft.com/office/drawing/2014/main" val="10001"/>
                  </a:ext>
                </a:extLst>
              </a:tr>
              <a:tr h="420325">
                <a:tc>
                  <a:txBody>
                    <a:bodyPr/>
                    <a:lstStyle/>
                    <a:p>
                      <a:pPr marL="0" lvl="0" indent="0" algn="l">
                        <a:spcBef>
                          <a:spcPts val="0"/>
                        </a:spcBef>
                        <a:spcAft>
                          <a:spcPts val="0"/>
                        </a:spcAft>
                        <a:buNone/>
                      </a:pPr>
                      <a:r>
                        <a:rPr b="1">
                          <a:solidFill>
                            <a:srgbClr val="9857F3"/>
                          </a:solidFill>
                          <a:latin typeface="Roboto"/>
                          <a:ea typeface="Roboto"/>
                          <a:cs typeface="Roboto"/>
                        </a:rPr>
                        <a:t>2.</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extLst>
                  <a:ext uri="{0D108BD9-81ED-4DB2-BD59-A6C34878D82A}">
                    <a16:rowId xmlns:a16="http://schemas.microsoft.com/office/drawing/2014/main" val="10002"/>
                  </a:ext>
                </a:extLst>
              </a:tr>
              <a:tr h="420325">
                <a:tc>
                  <a:txBody>
                    <a:bodyPr/>
                    <a:lstStyle/>
                    <a:p>
                      <a:pPr marL="0" lvl="0" indent="0" algn="l">
                        <a:spcBef>
                          <a:spcPts val="0"/>
                        </a:spcBef>
                        <a:spcAft>
                          <a:spcPts val="0"/>
                        </a:spcAft>
                        <a:buNone/>
                      </a:pPr>
                      <a:r>
                        <a:rPr b="1">
                          <a:solidFill>
                            <a:srgbClr val="9857F3"/>
                          </a:solidFill>
                          <a:latin typeface="Roboto"/>
                          <a:ea typeface="Roboto"/>
                          <a:cs typeface="Roboto"/>
                        </a:rPr>
                        <a:t>3.</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extLst>
                  <a:ext uri="{0D108BD9-81ED-4DB2-BD59-A6C34878D82A}">
                    <a16:rowId xmlns:a16="http://schemas.microsoft.com/office/drawing/2014/main" val="10003"/>
                  </a:ext>
                </a:extLst>
              </a:tr>
              <a:tr h="420325">
                <a:tc>
                  <a:txBody>
                    <a:bodyPr/>
                    <a:lstStyle/>
                    <a:p>
                      <a:pPr marL="0" lvl="0" indent="0" algn="l">
                        <a:spcBef>
                          <a:spcPts val="0"/>
                        </a:spcBef>
                        <a:spcAft>
                          <a:spcPts val="0"/>
                        </a:spcAft>
                        <a:buNone/>
                      </a:pPr>
                      <a:r>
                        <a:rPr b="1">
                          <a:solidFill>
                            <a:srgbClr val="9857F3"/>
                          </a:solidFill>
                          <a:latin typeface="Roboto"/>
                          <a:ea typeface="Roboto"/>
                          <a:cs typeface="Roboto"/>
                        </a:rPr>
                        <a:t>4.</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extLst>
                  <a:ext uri="{0D108BD9-81ED-4DB2-BD59-A6C34878D82A}">
                    <a16:rowId xmlns:a16="http://schemas.microsoft.com/office/drawing/2014/main" val="10004"/>
                  </a:ext>
                </a:extLst>
              </a:tr>
              <a:tr h="420325">
                <a:tc>
                  <a:txBody>
                    <a:bodyPr/>
                    <a:lstStyle/>
                    <a:p>
                      <a:pPr marL="0" lvl="0" indent="0" algn="l">
                        <a:spcBef>
                          <a:spcPts val="0"/>
                        </a:spcBef>
                        <a:spcAft>
                          <a:spcPts val="0"/>
                        </a:spcAft>
                        <a:buNone/>
                      </a:pPr>
                      <a:r>
                        <a:rPr b="1">
                          <a:solidFill>
                            <a:srgbClr val="9857F3"/>
                          </a:solidFill>
                          <a:latin typeface="Roboto"/>
                          <a:ea typeface="Roboto"/>
                          <a:cs typeface="Roboto"/>
                        </a:rPr>
                        <a:t>5.</a:t>
                      </a: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tc>
                  <a:txBody>
                    <a:bodyPr/>
                    <a:lstStyle/>
                    <a:p>
                      <a:pPr marL="0" lvl="0" indent="0" algn="l">
                        <a:spcBef>
                          <a:spcPts val="0"/>
                        </a:spcBef>
                        <a:spcAft>
                          <a:spcPts val="0"/>
                        </a:spcAft>
                        <a:buNone/>
                      </a:pPr>
                      <a:endParaRPr sz="1300">
                        <a:latin typeface="Roboto"/>
                        <a:ea typeface="Roboto"/>
                        <a:cs typeface="Roboto"/>
                      </a:endParaRPr>
                    </a:p>
                  </a:txBody>
                  <a:tcPr marL="91425" marR="91425" marT="91425" marB="91425">
                    <a:lnL w="9525" cmpd="sng">
                      <a:solidFill>
                        <a:srgbClr val="D9D9D9"/>
                      </a:solidFill>
                      <a:prstDash val="solid"/>
                    </a:lnL>
                    <a:lnR w="9525" cmpd="sng">
                      <a:solidFill>
                        <a:srgbClr val="D9D9D9"/>
                      </a:solidFill>
                      <a:prstDash val="solid"/>
                    </a:lnR>
                    <a:lnT w="9525" cmpd="sng">
                      <a:solidFill>
                        <a:srgbClr val="D9D9D9"/>
                      </a:solidFill>
                      <a:prstDash val="solid"/>
                    </a:lnT>
                    <a:lnB w="9525" cmpd="sng">
                      <a:solidFill>
                        <a:srgbClr val="D9D9D9"/>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 плашки + иллюстрация">
  <p:cSld name="SECTION_TITLE_AND_DESCRIPTION">
    <p:spTree>
      <p:nvGrpSpPr>
        <p:cNvPr id="1" name=""/>
        <p:cNvGrpSpPr/>
        <p:nvPr/>
      </p:nvGrpSpPr>
      <p:grpSpPr>
        <a:xfrm>
          <a:off x="0" y="0"/>
          <a:ext cx="0" cy="0"/>
          <a:chOff x="0" y="0"/>
          <a:chExt cx="0" cy="0"/>
        </a:xfrm>
      </p:grpSpPr>
      <p:sp>
        <p:nvSpPr>
          <p:cNvPr id="100" name="Google Shape;100;p24">
            <a:extLst>
              <a:ext uri="{FF2B5EF4-FFF2-40B4-BE49-F238E27FC236}">
                <a16:creationId xmlns:a16="http://schemas.microsoft.com/office/drawing/2014/main" id="{08A25BA5-7CF6-4D55-A855-1BB6621E9261}"/>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
        <p:nvSpPr>
          <p:cNvPr id="101" name="Google Shape;101;p24">
            <a:extLst>
              <a:ext uri="{FF2B5EF4-FFF2-40B4-BE49-F238E27FC236}">
                <a16:creationId xmlns:a16="http://schemas.microsoft.com/office/drawing/2014/main" id="{7272B1B8-316A-4454-A986-5D9456232574}"/>
              </a:ext>
            </a:extLst>
          </p:cNvPr>
          <p:cNvSpPr>
            <a:spLocks noGrp="1"/>
          </p:cNvSpPr>
          <p:nvPr/>
        </p:nvSpPr>
        <p:spPr>
          <a:xfrm>
            <a:off x="791625" y="1039150"/>
            <a:ext cx="3640800" cy="705900"/>
          </a:xfrm>
          <a:prstGeom prst="roundRect">
            <a:avLst>
              <a:gd name="adj" fmla="val 16667"/>
            </a:avLst>
          </a:prstGeom>
          <a:solidFill>
            <a:srgbClr val="EEEEEE"/>
          </a:solidFill>
          <a:ln>
            <a:noFill/>
          </a:ln>
          <a:effectLst>
            <a:outerShdw blurRad="57150" dist="19050" dir="5400000" algn="bl" rotWithShape="0">
              <a:srgbClr val="000000">
                <a:alpha val="50000"/>
              </a:srgbClr>
            </a:outerShdw>
          </a:effectLst>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02" name="Google Shape;102;p24">
            <a:extLst>
              <a:ext uri="{FF2B5EF4-FFF2-40B4-BE49-F238E27FC236}">
                <a16:creationId xmlns:a16="http://schemas.microsoft.com/office/drawing/2014/main" id="{134E3484-B7EF-41C1-A08F-266ED865A7B6}"/>
              </a:ext>
            </a:extLst>
          </p:cNvPr>
          <p:cNvSpPr>
            <a:spLocks noGrp="1"/>
          </p:cNvSpPr>
          <p:nvPr/>
        </p:nvSpPr>
        <p:spPr>
          <a:xfrm>
            <a:off x="791625" y="1904882"/>
            <a:ext cx="3640800" cy="705900"/>
          </a:xfrm>
          <a:prstGeom prst="roundRect">
            <a:avLst>
              <a:gd name="adj" fmla="val 16667"/>
            </a:avLst>
          </a:prstGeom>
          <a:solidFill>
            <a:srgbClr val="EEEEEE"/>
          </a:solidFill>
          <a:ln>
            <a:noFill/>
          </a:ln>
          <a:effectLst>
            <a:outerShdw blurRad="57150" dist="19050" dir="5400000" algn="bl" rotWithShape="0">
              <a:srgbClr val="000000">
                <a:alpha val="50000"/>
              </a:srgbClr>
            </a:outerShdw>
          </a:effectLst>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03" name="Google Shape;103;p24">
            <a:extLst>
              <a:ext uri="{FF2B5EF4-FFF2-40B4-BE49-F238E27FC236}">
                <a16:creationId xmlns:a16="http://schemas.microsoft.com/office/drawing/2014/main" id="{D59398AC-13BB-4EC7-BC5F-BDF98900965A}"/>
              </a:ext>
            </a:extLst>
          </p:cNvPr>
          <p:cNvSpPr>
            <a:spLocks noGrp="1"/>
          </p:cNvSpPr>
          <p:nvPr/>
        </p:nvSpPr>
        <p:spPr>
          <a:xfrm>
            <a:off x="791625" y="2770607"/>
            <a:ext cx="3640800" cy="705900"/>
          </a:xfrm>
          <a:prstGeom prst="roundRect">
            <a:avLst>
              <a:gd name="adj" fmla="val 16667"/>
            </a:avLst>
          </a:prstGeom>
          <a:solidFill>
            <a:srgbClr val="EEEEEE"/>
          </a:solidFill>
          <a:ln>
            <a:noFill/>
          </a:ln>
          <a:effectLst>
            <a:outerShdw blurRad="57150" dist="19050" dir="5400000" algn="bl" rotWithShape="0">
              <a:srgbClr val="000000">
                <a:alpha val="50000"/>
              </a:srgbClr>
            </a:outerShdw>
          </a:effectLst>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04" name="Google Shape;104;p24">
            <a:extLst>
              <a:ext uri="{FF2B5EF4-FFF2-40B4-BE49-F238E27FC236}">
                <a16:creationId xmlns:a16="http://schemas.microsoft.com/office/drawing/2014/main" id="{D9B9B64B-80F1-4D96-B1F9-47517D524146}"/>
              </a:ext>
            </a:extLst>
          </p:cNvPr>
          <p:cNvSpPr>
            <a:spLocks noGrp="1"/>
          </p:cNvSpPr>
          <p:nvPr/>
        </p:nvSpPr>
        <p:spPr>
          <a:xfrm>
            <a:off x="791625" y="3636339"/>
            <a:ext cx="3640800" cy="705900"/>
          </a:xfrm>
          <a:prstGeom prst="roundRect">
            <a:avLst>
              <a:gd name="adj" fmla="val 16667"/>
            </a:avLst>
          </a:prstGeom>
          <a:solidFill>
            <a:srgbClr val="EEEEEE"/>
          </a:solidFill>
          <a:ln>
            <a:noFill/>
          </a:ln>
          <a:effectLst>
            <a:outerShdw blurRad="57150" dist="19050" dir="5400000" algn="bl" rotWithShape="0">
              <a:srgbClr val="000000">
                <a:alpha val="50000"/>
              </a:srgbClr>
            </a:outerShdw>
          </a:effectLst>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pic>
        <p:nvPicPr>
          <p:cNvPr id="105" name="Google Shape;105;p24">
            <a:extLst>
              <a:ext uri="{FF2B5EF4-FFF2-40B4-BE49-F238E27FC236}">
                <a16:creationId xmlns:a16="http://schemas.microsoft.com/office/drawing/2014/main" id="{0F911927-EA7D-4D66-A4E2-E6F0C314BF32}"/>
              </a:ext>
            </a:extLst>
          </p:cNvPr>
          <p:cNvPicPr>
            <a:picLocks noChangeAspect="1"/>
          </p:cNvPicPr>
          <p:nvPr/>
        </p:nvPicPr>
        <p:blipFill>
          <a:blip r:embed="rId2">
            <a:alphaModFix/>
          </a:blip>
          <a:stretch>
            <a:fillRect/>
          </a:stretch>
        </p:blipFill>
        <p:spPr>
          <a:xfrm>
            <a:off x="5533900" y="1409075"/>
            <a:ext cx="2468700" cy="2468700"/>
          </a:xfrm>
          <a:prstGeom prst="roundRect">
            <a:avLst>
              <a:gd name="adj" fmla="val 16667"/>
            </a:avLst>
          </a:prstGeom>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
        <p:cNvGrpSpPr/>
        <p:nvPr/>
      </p:nvGrpSpPr>
      <p:grpSpPr>
        <a:xfrm>
          <a:off x="0" y="0"/>
          <a:ext cx="0" cy="0"/>
          <a:chOff x="0" y="0"/>
          <a:chExt cx="0" cy="0"/>
        </a:xfrm>
      </p:grpSpPr>
      <p:sp>
        <p:nvSpPr>
          <p:cNvPr id="107" name="Google Shape;107;p25">
            <a:extLst>
              <a:ext uri="{FF2B5EF4-FFF2-40B4-BE49-F238E27FC236}">
                <a16:creationId xmlns:a16="http://schemas.microsoft.com/office/drawing/2014/main" id="{DB007C1B-204F-43ED-9355-98989A8052B3}"/>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 блока">
  <p:cSld name="CUSTOM_7">
    <p:spTree>
      <p:nvGrpSpPr>
        <p:cNvPr id="1" name=""/>
        <p:cNvGrpSpPr/>
        <p:nvPr/>
      </p:nvGrpSpPr>
      <p:grpSpPr>
        <a:xfrm>
          <a:off x="0" y="0"/>
          <a:ext cx="0" cy="0"/>
          <a:chOff x="0" y="0"/>
          <a:chExt cx="0" cy="0"/>
        </a:xfrm>
      </p:grpSpPr>
      <p:sp>
        <p:nvSpPr>
          <p:cNvPr id="109" name="Google Shape;109;p26">
            <a:extLst>
              <a:ext uri="{FF2B5EF4-FFF2-40B4-BE49-F238E27FC236}">
                <a16:creationId xmlns:a16="http://schemas.microsoft.com/office/drawing/2014/main" id="{59C7B046-19CF-4050-AE84-0E2C0DF4A206}"/>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10" name="Google Shape;110;p26">
            <a:extLst>
              <a:ext uri="{FF2B5EF4-FFF2-40B4-BE49-F238E27FC236}">
                <a16:creationId xmlns:a16="http://schemas.microsoft.com/office/drawing/2014/main" id="{A6C7C9B0-C363-4A21-8649-C56AA11C2906}"/>
              </a:ext>
            </a:extLst>
          </p:cNvPr>
          <p:cNvSpPr>
            <a:spLocks noGrp="1"/>
          </p:cNvSpPr>
          <p:nvPr/>
        </p:nvSpPr>
        <p:spPr>
          <a:xfrm>
            <a:off x="932713" y="1748200"/>
            <a:ext cx="2127900" cy="2929800"/>
          </a:xfrm>
          <a:prstGeom prst="roundRect">
            <a:avLst>
              <a:gd name="adj" fmla="val 16667"/>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11" name="Google Shape;111;p26">
            <a:extLst>
              <a:ext uri="{FF2B5EF4-FFF2-40B4-BE49-F238E27FC236}">
                <a16:creationId xmlns:a16="http://schemas.microsoft.com/office/drawing/2014/main" id="{B414222A-B2E5-43CC-B2EE-FD2EEE2FCE3E}"/>
              </a:ext>
            </a:extLst>
          </p:cNvPr>
          <p:cNvSpPr>
            <a:spLocks noGrp="1"/>
          </p:cNvSpPr>
          <p:nvPr/>
        </p:nvSpPr>
        <p:spPr>
          <a:xfrm>
            <a:off x="3436420" y="1748200"/>
            <a:ext cx="2127900" cy="2929800"/>
          </a:xfrm>
          <a:prstGeom prst="roundRect">
            <a:avLst>
              <a:gd name="adj" fmla="val 16667"/>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12" name="Google Shape;112;p26">
            <a:extLst>
              <a:ext uri="{FF2B5EF4-FFF2-40B4-BE49-F238E27FC236}">
                <a16:creationId xmlns:a16="http://schemas.microsoft.com/office/drawing/2014/main" id="{BB44B6B9-C948-4A13-A30C-0345C0B356DC}"/>
              </a:ext>
            </a:extLst>
          </p:cNvPr>
          <p:cNvSpPr>
            <a:spLocks noGrp="1"/>
          </p:cNvSpPr>
          <p:nvPr/>
        </p:nvSpPr>
        <p:spPr>
          <a:xfrm>
            <a:off x="5940127" y="1748200"/>
            <a:ext cx="2127900" cy="2929800"/>
          </a:xfrm>
          <a:prstGeom prst="roundRect">
            <a:avLst>
              <a:gd name="adj" fmla="val 16667"/>
            </a:avLst>
          </a:prstGeom>
          <a:solidFill>
            <a:schemeClr val="lt2"/>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13" name="Google Shape;113;p26">
            <a:extLst>
              <a:ext uri="{FF2B5EF4-FFF2-40B4-BE49-F238E27FC236}">
                <a16:creationId xmlns:a16="http://schemas.microsoft.com/office/drawing/2014/main" id="{0B36594A-513A-4048-86D2-D722A2B738DB}"/>
              </a:ext>
            </a:extLst>
          </p:cNvPr>
          <p:cNvSpPr>
            <a:spLocks noGrp="1"/>
          </p:cNvSpPr>
          <p:nvPr/>
        </p:nvSpPr>
        <p:spPr>
          <a:xfrm>
            <a:off x="1073575" y="2074863"/>
            <a:ext cx="1846200" cy="354000"/>
          </a:xfrm>
          <a:prstGeom prst="rect">
            <a:avLst/>
          </a:prstGeom>
          <a:noFill/>
          <a:ln>
            <a:noFill/>
          </a:ln>
        </p:spPr>
        <p:txBody>
          <a:bodyPr spcFirstLastPara="1" wrap="square" lIns="91425" tIns="91425" rIns="91425" bIns="91425" anchor="t">
            <a:spAutoFit/>
          </a:bodyPr>
          <a:lstStyle/>
          <a:p>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sz="1100"/>
          </a:p>
        </p:txBody>
      </p:sp>
      <p:sp>
        <p:nvSpPr>
          <p:cNvPr id="114" name="Google Shape;114;p26">
            <a:extLst>
              <a:ext uri="{FF2B5EF4-FFF2-40B4-BE49-F238E27FC236}">
                <a16:creationId xmlns:a16="http://schemas.microsoft.com/office/drawing/2014/main" id="{919186F9-C56C-4005-A603-3BCBF8773962}"/>
              </a:ext>
            </a:extLst>
          </p:cNvPr>
          <p:cNvSpPr>
            <a:spLocks noGrp="1"/>
          </p:cNvSpPr>
          <p:nvPr/>
        </p:nvSpPr>
        <p:spPr>
          <a:xfrm>
            <a:off x="3530920" y="2074863"/>
            <a:ext cx="1938900" cy="354000"/>
          </a:xfrm>
          <a:prstGeom prst="rect">
            <a:avLst/>
          </a:prstGeom>
          <a:noFill/>
          <a:ln>
            <a:noFill/>
          </a:ln>
        </p:spPr>
        <p:txBody>
          <a:bodyPr spcFirstLastPara="1" wrap="square" lIns="91425" tIns="91425" rIns="91425" bIns="91425" anchor="t">
            <a:spAutoFit/>
          </a:bodyPr>
          <a:lstStyle/>
          <a:p>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a:p>
        </p:txBody>
      </p:sp>
      <p:sp>
        <p:nvSpPr>
          <p:cNvPr id="115" name="Google Shape;115;p26">
            <a:extLst>
              <a:ext uri="{FF2B5EF4-FFF2-40B4-BE49-F238E27FC236}">
                <a16:creationId xmlns:a16="http://schemas.microsoft.com/office/drawing/2014/main" id="{7A1B1923-7137-4461-AC21-33E8AD5C51F4}"/>
              </a:ext>
            </a:extLst>
          </p:cNvPr>
          <p:cNvSpPr>
            <a:spLocks noGrp="1"/>
          </p:cNvSpPr>
          <p:nvPr/>
        </p:nvSpPr>
        <p:spPr>
          <a:xfrm>
            <a:off x="6080975" y="2074863"/>
            <a:ext cx="1938900" cy="354000"/>
          </a:xfrm>
          <a:prstGeom prst="rect">
            <a:avLst/>
          </a:prstGeom>
          <a:noFill/>
          <a:ln>
            <a:noFill/>
          </a:ln>
        </p:spPr>
        <p:txBody>
          <a:bodyPr spcFirstLastPara="1" wrap="square" lIns="91425" tIns="91425" rIns="91425" bIns="91425" anchor="t">
            <a:spAutoFit/>
          </a:bodyPr>
          <a:lstStyle/>
          <a:p>
            <a:pPr marL="0" lvl="0" indent="0" algn="l">
              <a:lnSpc>
                <a:spcPct val="115000"/>
              </a:lnSpc>
              <a:spcBef>
                <a:spcPts val="0"/>
              </a:spcBef>
              <a:spcAft>
                <a:spcPts val="0"/>
              </a:spcAft>
              <a:buNone/>
            </a:pPr>
            <a:r>
              <a:rPr sz="1100">
                <a:solidFill>
                  <a:srgbClr val="333333"/>
                </a:solidFill>
                <a:latin typeface="Roboto"/>
                <a:ea typeface="Roboto"/>
                <a:cs typeface="Roboto"/>
              </a:rPr>
              <a:t>Поле для текста</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Важный тезис крупным шрифтом " type="secHead">
  <p:cSld name="SECTION_HEADER">
    <p:spTree>
      <p:nvGrpSpPr>
        <p:cNvPr id="1" name=""/>
        <p:cNvGrpSpPr/>
        <p:nvPr/>
      </p:nvGrpSpPr>
      <p:grpSpPr>
        <a:xfrm>
          <a:off x="0" y="0"/>
          <a:ext cx="0" cy="0"/>
          <a:chOff x="0" y="0"/>
          <a:chExt cx="0" cy="0"/>
        </a:xfrm>
      </p:grpSpPr>
      <p:sp>
        <p:nvSpPr>
          <p:cNvPr id="121" name="Google Shape;121;p28">
            <a:extLst>
              <a:ext uri="{FF2B5EF4-FFF2-40B4-BE49-F238E27FC236}">
                <a16:creationId xmlns:a16="http://schemas.microsoft.com/office/drawing/2014/main" id="{8A363D20-98EF-46D1-9DF1-CA2185426BB1}"/>
              </a:ext>
            </a:extLst>
          </p:cNvPr>
          <p:cNvSpPr>
            <a:spLocks noGrp="1"/>
          </p:cNvSpPr>
          <p:nvPr>
            <p:ph type="title"/>
          </p:nvPr>
        </p:nvSpPr>
        <p:spPr>
          <a:xfrm>
            <a:off x="500550" y="1940306"/>
            <a:ext cx="7935300" cy="841800"/>
          </a:xfrm>
          <a:prstGeom prst="rect">
            <a:avLst/>
          </a:prstGeom>
        </p:spPr>
        <p:txBody>
          <a:bodyPr spcFirstLastPara="1" wrap="square" lIns="91425" tIns="91425" rIns="91425" bIns="91425" anchor="ctr">
            <a:spAutoFit/>
          </a:bodyPr>
          <a:lstStyle>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22" name="Google Shape;122;p28">
            <a:extLst>
              <a:ext uri="{FF2B5EF4-FFF2-40B4-BE49-F238E27FC236}">
                <a16:creationId xmlns:a16="http://schemas.microsoft.com/office/drawing/2014/main" id="{8BD886A0-0BF9-44AB-B424-42FC621682DF}"/>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24" name="Google Shape;124;p29">
            <a:extLst>
              <a:ext uri="{FF2B5EF4-FFF2-40B4-BE49-F238E27FC236}">
                <a16:creationId xmlns:a16="http://schemas.microsoft.com/office/drawing/2014/main" id="{AF9B084D-7BA0-4DEC-8F70-77BBE2717B0B}"/>
              </a:ext>
            </a:extLst>
          </p:cNvPr>
          <p:cNvSpPr>
            <a:spLocks noGrp="1"/>
          </p:cNvSpPr>
          <p:nvPr>
            <p:ph type="sldNum" idx="12"/>
          </p:nvPr>
        </p:nvSpPr>
        <p:spPr>
          <a:xfrm>
            <a:off x="8472458" y="4663217"/>
            <a:ext cx="548700" cy="393600"/>
          </a:xfrm>
          <a:prstGeom prst="rect">
            <a:avLst/>
          </a:prstGeom>
        </p:spPr>
        <p:txBody>
          <a:bodyPr spcFirstLastPara="1" wrap="square" lIns="91425" tIns="91425" rIns="91425" bIns="91425" anchor="ctr">
            <a:normAutofit/>
          </a:bodyPr>
          <a:lstStyle>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
        <p:cNvGrpSpPr/>
        <p:nvPr/>
      </p:nvGrpSpPr>
      <p:grpSpPr>
        <a:xfrm>
          <a:off x="0" y="0"/>
          <a:ext cx="0" cy="0"/>
          <a:chOff x="0" y="0"/>
          <a:chExt cx="0" cy="0"/>
        </a:xfrm>
      </p:grpSpPr>
      <p:sp>
        <p:nvSpPr>
          <p:cNvPr id="126" name="Google Shape;126;p30">
            <a:extLst>
              <a:ext uri="{FF2B5EF4-FFF2-40B4-BE49-F238E27FC236}">
                <a16:creationId xmlns:a16="http://schemas.microsoft.com/office/drawing/2014/main" id="{E8993023-84C1-4ECE-BDA4-1ECD70ADB1E4}"/>
              </a:ext>
            </a:extLst>
          </p:cNvPr>
          <p:cNvSpPr>
            <a:spLocks noGrp="1"/>
          </p:cNvSpPr>
          <p:nvPr>
            <p:ph type="title"/>
          </p:nvPr>
        </p:nvSpPr>
        <p:spPr>
          <a:xfrm>
            <a:off x="500550" y="330736"/>
            <a:ext cx="8520600" cy="9798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
        <p:cNvGrpSpPr/>
        <p:nvPr/>
      </p:nvGrpSpPr>
      <p:grpSpPr>
        <a:xfrm>
          <a:off x="0" y="0"/>
          <a:ext cx="0" cy="0"/>
          <a:chOff x="0" y="0"/>
          <a:chExt cx="0" cy="0"/>
        </a:xfrm>
      </p:grpSpPr>
      <p:sp>
        <p:nvSpPr>
          <p:cNvPr id="128" name="Google Shape;128;p31">
            <a:extLst>
              <a:ext uri="{FF2B5EF4-FFF2-40B4-BE49-F238E27FC236}">
                <a16:creationId xmlns:a16="http://schemas.microsoft.com/office/drawing/2014/main" id="{FE6F649C-9278-4C73-8ABF-1B58D80BAEB0}"/>
              </a:ext>
            </a:extLst>
          </p:cNvPr>
          <p:cNvSpPr>
            <a:spLocks noGrp="1"/>
          </p:cNvSpPr>
          <p:nvPr>
            <p:ph type="title"/>
          </p:nvPr>
        </p:nvSpPr>
        <p:spPr>
          <a:xfrm>
            <a:off x="500550" y="330736"/>
            <a:ext cx="8520600" cy="9798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29" name="Google Shape;129;p31">
            <a:extLst>
              <a:ext uri="{FF2B5EF4-FFF2-40B4-BE49-F238E27FC236}">
                <a16:creationId xmlns:a16="http://schemas.microsoft.com/office/drawing/2014/main" id="{888EE860-01D5-409D-8D3B-FFDED14F01A9}"/>
              </a:ext>
            </a:extLst>
          </p:cNvPr>
          <p:cNvSpPr>
            <a:spLocks noGrp="1"/>
          </p:cNvSpPr>
          <p:nvPr/>
        </p:nvSpPr>
        <p:spPr>
          <a:xfrm>
            <a:off x="606200" y="1441163"/>
            <a:ext cx="7938600" cy="3564900"/>
          </a:xfrm>
          <a:prstGeom prst="rect">
            <a:avLst/>
          </a:prstGeom>
          <a:solidFill>
            <a:srgbClr val="FBFBFE"/>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 name="Google Shape;130;p31">
            <a:extLst>
              <a:ext uri="{FF2B5EF4-FFF2-40B4-BE49-F238E27FC236}">
                <a16:creationId xmlns:a16="http://schemas.microsoft.com/office/drawing/2014/main" id="{39C3A175-8214-4968-BD5A-240D1E218C78}"/>
              </a:ext>
            </a:extLst>
          </p:cNvPr>
          <p:cNvSpPr>
            <a:spLocks noGrp="1"/>
          </p:cNvSpPr>
          <p:nvPr>
            <p:ph type="subTitle" idx="1"/>
          </p:nvPr>
        </p:nvSpPr>
        <p:spPr>
          <a:xfrm>
            <a:off x="743675" y="1496071"/>
            <a:ext cx="8226300" cy="3455100"/>
          </a:xfrm>
          <a:prstGeom prst="rect">
            <a:avLst/>
          </a:prstGeom>
        </p:spPr>
        <p:txBody>
          <a:bodyPr spcFirstLastPara="1" wrap="square" lIns="91425" tIns="91425" rIns="91425" bIns="91425" anchor="t">
            <a:normAutofit/>
          </a:bodyPr>
          <a:lstStyle>
            <a:lvl1pPr>
              <a:lnSpc>
                <a:spcPct val="115000"/>
              </a:lnSpc>
              <a:spcBef>
                <a:spcPts val="0"/>
              </a:spcBef>
              <a:spcAft>
                <a:spcPts val="0"/>
              </a:spcAft>
              <a:buSzPts val="1100"/>
              <a:buFont typeface="Courier New"/>
              <a:buNone/>
              <a:defRPr sz="11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Слайд с подтемой">
  <p:cSld name="MAIN_POINT_3">
    <p:spTree>
      <p:nvGrpSpPr>
        <p:cNvPr id="1" name=""/>
        <p:cNvGrpSpPr/>
        <p:nvPr/>
      </p:nvGrpSpPr>
      <p:grpSpPr>
        <a:xfrm>
          <a:off x="0" y="0"/>
          <a:ext cx="0" cy="0"/>
          <a:chOff x="0" y="0"/>
          <a:chExt cx="0" cy="0"/>
        </a:xfrm>
      </p:grpSpPr>
      <p:sp>
        <p:nvSpPr>
          <p:cNvPr id="132" name="Google Shape;132;p32">
            <a:extLst>
              <a:ext uri="{FF2B5EF4-FFF2-40B4-BE49-F238E27FC236}">
                <a16:creationId xmlns:a16="http://schemas.microsoft.com/office/drawing/2014/main" id="{6540FF43-193E-4505-B5CE-6EFA6145BCC8}"/>
              </a:ext>
            </a:extLst>
          </p:cNvPr>
          <p:cNvSpPr>
            <a:spLocks noGrp="1"/>
          </p:cNvSpPr>
          <p:nvPr>
            <p:ph type="title"/>
          </p:nvPr>
        </p:nvSpPr>
        <p:spPr>
          <a:xfrm>
            <a:off x="651425" y="396394"/>
            <a:ext cx="7706100" cy="4090800"/>
          </a:xfrm>
          <a:prstGeom prst="rect">
            <a:avLst/>
          </a:prstGeom>
        </p:spPr>
        <p:txBody>
          <a:bodyPr spcFirstLastPara="1" wrap="square" lIns="91425" tIns="91425" rIns="91425" bIns="91425" anchor="ctr">
            <a:noAutofit/>
          </a:bodyPr>
          <a:lstStyle>
            <a:lvl1pPr>
              <a:spcBef>
                <a:spcPts val="0"/>
              </a:spcBef>
              <a:spcAft>
                <a:spcPts val="0"/>
              </a:spcAft>
              <a:buSzPts val="4600"/>
              <a:buNone/>
              <a:defRPr sz="4600"/>
            </a:lvl1pPr>
            <a:lvl2pPr>
              <a:spcBef>
                <a:spcPts val="0"/>
              </a:spcBef>
              <a:spcAft>
                <a:spcPts val="0"/>
              </a:spcAft>
              <a:buSzPts val="5000"/>
              <a:buNone/>
              <a:defRPr sz="5000"/>
            </a:lvl2pPr>
            <a:lvl3pPr>
              <a:spcBef>
                <a:spcPts val="0"/>
              </a:spcBef>
              <a:spcAft>
                <a:spcPts val="0"/>
              </a:spcAft>
              <a:buSzPts val="5000"/>
              <a:buNone/>
              <a:defRPr sz="5000"/>
            </a:lvl3pPr>
            <a:lvl4pPr>
              <a:spcBef>
                <a:spcPts val="0"/>
              </a:spcBef>
              <a:spcAft>
                <a:spcPts val="0"/>
              </a:spcAft>
              <a:buSzPts val="5000"/>
              <a:buNone/>
              <a:defRPr sz="5000"/>
            </a:lvl4pPr>
            <a:lvl5pPr>
              <a:spcBef>
                <a:spcPts val="0"/>
              </a:spcBef>
              <a:spcAft>
                <a:spcPts val="0"/>
              </a:spcAft>
              <a:buSzPts val="5000"/>
              <a:buNone/>
              <a:defRPr sz="5000"/>
            </a:lvl5pPr>
            <a:lvl6pPr>
              <a:spcBef>
                <a:spcPts val="0"/>
              </a:spcBef>
              <a:spcAft>
                <a:spcPts val="0"/>
              </a:spcAft>
              <a:buSzPts val="5000"/>
              <a:buNone/>
              <a:defRPr sz="5000"/>
            </a:lvl6pPr>
            <a:lvl7pPr>
              <a:spcBef>
                <a:spcPts val="0"/>
              </a:spcBef>
              <a:spcAft>
                <a:spcPts val="0"/>
              </a:spcAft>
              <a:buSzPts val="5000"/>
              <a:buNone/>
              <a:defRPr sz="5000"/>
            </a:lvl7pPr>
            <a:lvl8pPr>
              <a:spcBef>
                <a:spcPts val="0"/>
              </a:spcBef>
              <a:spcAft>
                <a:spcPts val="0"/>
              </a:spcAft>
              <a:buSzPts val="5000"/>
              <a:buNone/>
              <a:defRPr sz="5000"/>
            </a:lvl8pPr>
            <a:lvl9pPr>
              <a:spcBef>
                <a:spcPts val="0"/>
              </a:spcBef>
              <a:spcAft>
                <a:spcPts val="0"/>
              </a:spcAft>
              <a:buSzPts val="5000"/>
              <a:buNone/>
              <a:defRPr sz="50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Слайд с кодом 2 1">
  <p:cSld name="CUSTOM_2_1_1">
    <p:spTree>
      <p:nvGrpSpPr>
        <p:cNvPr id="1" name=""/>
        <p:cNvGrpSpPr/>
        <p:nvPr/>
      </p:nvGrpSpPr>
      <p:grpSpPr>
        <a:xfrm>
          <a:off x="0" y="0"/>
          <a:ext cx="0" cy="0"/>
          <a:chOff x="0" y="0"/>
          <a:chExt cx="0" cy="0"/>
        </a:xfrm>
      </p:grpSpPr>
      <p:sp>
        <p:nvSpPr>
          <p:cNvPr id="134" name="Google Shape;134;p33">
            <a:extLst>
              <a:ext uri="{FF2B5EF4-FFF2-40B4-BE49-F238E27FC236}">
                <a16:creationId xmlns:a16="http://schemas.microsoft.com/office/drawing/2014/main" id="{B024FFBE-B116-41EB-B941-7E75131B80B3}"/>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35" name="Google Shape;135;p33">
            <a:extLst>
              <a:ext uri="{FF2B5EF4-FFF2-40B4-BE49-F238E27FC236}">
                <a16:creationId xmlns:a16="http://schemas.microsoft.com/office/drawing/2014/main" id="{C4CE4A7A-E7ED-4D67-869D-A7AD98B77BEF}"/>
              </a:ext>
            </a:extLst>
          </p:cNvPr>
          <p:cNvSpPr>
            <a:spLocks noGrp="1"/>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6" name="Google Shape;136;p33">
            <a:extLst>
              <a:ext uri="{FF2B5EF4-FFF2-40B4-BE49-F238E27FC236}">
                <a16:creationId xmlns:a16="http://schemas.microsoft.com/office/drawing/2014/main" id="{FE5E2DEC-7628-4E48-855E-6EF742B8D6D3}"/>
              </a:ext>
            </a:extLst>
          </p:cNvPr>
          <p:cNvSpPr>
            <a:spLocks noGrp="1"/>
          </p:cNvSpPr>
          <p:nvPr>
            <p:ph type="subTitle" idx="1"/>
          </p:nvPr>
        </p:nvSpPr>
        <p:spPr>
          <a:xfrm>
            <a:off x="754725" y="1516446"/>
            <a:ext cx="8226300" cy="3455100"/>
          </a:xfrm>
          <a:prstGeom prst="rect">
            <a:avLst/>
          </a:prstGeom>
        </p:spPr>
        <p:txBody>
          <a:bodyPr spcFirstLastPara="1" wrap="square" lIns="91425" tIns="91425" rIns="91425" bIns="91425" anchor="t">
            <a:normAutofit/>
          </a:bodyPr>
          <a:lstStyle>
            <a:lvl1pPr>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defRPr>
            </a:lvl1pPr>
            <a:lvl2pPr>
              <a:lnSpc>
                <a:spcPct val="115000"/>
              </a:lnSpc>
              <a:spcBef>
                <a:spcPts val="0"/>
              </a:spcBef>
              <a:spcAft>
                <a:spcPts val="0"/>
              </a:spcAft>
              <a:buClr>
                <a:schemeClr val="lt1"/>
              </a:buClr>
              <a:buSzPts val="1700"/>
              <a:buNone/>
              <a:defRPr sz="1700">
                <a:solidFill>
                  <a:schemeClr val="lt1"/>
                </a:solidFill>
              </a:defRPr>
            </a:lvl2pPr>
            <a:lvl3pPr>
              <a:lnSpc>
                <a:spcPct val="115000"/>
              </a:lnSpc>
              <a:spcBef>
                <a:spcPts val="0"/>
              </a:spcBef>
              <a:spcAft>
                <a:spcPts val="0"/>
              </a:spcAft>
              <a:buClr>
                <a:schemeClr val="lt1"/>
              </a:buClr>
              <a:buSzPts val="1700"/>
              <a:buNone/>
              <a:defRPr sz="1700">
                <a:solidFill>
                  <a:schemeClr val="lt1"/>
                </a:solidFill>
              </a:defRPr>
            </a:lvl3pPr>
            <a:lvl4pPr>
              <a:lnSpc>
                <a:spcPct val="115000"/>
              </a:lnSpc>
              <a:spcBef>
                <a:spcPts val="0"/>
              </a:spcBef>
              <a:spcAft>
                <a:spcPts val="0"/>
              </a:spcAft>
              <a:buClr>
                <a:schemeClr val="lt1"/>
              </a:buClr>
              <a:buSzPts val="1700"/>
              <a:buNone/>
              <a:defRPr sz="1700">
                <a:solidFill>
                  <a:schemeClr val="lt1"/>
                </a:solidFill>
              </a:defRPr>
            </a:lvl4pPr>
            <a:lvl5pPr>
              <a:lnSpc>
                <a:spcPct val="115000"/>
              </a:lnSpc>
              <a:spcBef>
                <a:spcPts val="0"/>
              </a:spcBef>
              <a:spcAft>
                <a:spcPts val="0"/>
              </a:spcAft>
              <a:buClr>
                <a:schemeClr val="lt1"/>
              </a:buClr>
              <a:buSzPts val="1700"/>
              <a:buNone/>
              <a:defRPr sz="1700">
                <a:solidFill>
                  <a:schemeClr val="lt1"/>
                </a:solidFill>
              </a:defRPr>
            </a:lvl5pPr>
            <a:lvl6pPr>
              <a:lnSpc>
                <a:spcPct val="115000"/>
              </a:lnSpc>
              <a:spcBef>
                <a:spcPts val="0"/>
              </a:spcBef>
              <a:spcAft>
                <a:spcPts val="0"/>
              </a:spcAft>
              <a:buClr>
                <a:schemeClr val="lt1"/>
              </a:buClr>
              <a:buSzPts val="1700"/>
              <a:buNone/>
              <a:defRPr sz="1700">
                <a:solidFill>
                  <a:schemeClr val="lt1"/>
                </a:solidFill>
              </a:defRPr>
            </a:lvl6pPr>
            <a:lvl7pPr>
              <a:lnSpc>
                <a:spcPct val="115000"/>
              </a:lnSpc>
              <a:spcBef>
                <a:spcPts val="0"/>
              </a:spcBef>
              <a:spcAft>
                <a:spcPts val="0"/>
              </a:spcAft>
              <a:buClr>
                <a:schemeClr val="lt1"/>
              </a:buClr>
              <a:buSzPts val="1700"/>
              <a:buNone/>
              <a:defRPr sz="1700">
                <a:solidFill>
                  <a:schemeClr val="lt1"/>
                </a:solidFill>
              </a:defRPr>
            </a:lvl7pPr>
            <a:lvl8pPr>
              <a:lnSpc>
                <a:spcPct val="115000"/>
              </a:lnSpc>
              <a:spcBef>
                <a:spcPts val="0"/>
              </a:spcBef>
              <a:spcAft>
                <a:spcPts val="0"/>
              </a:spcAft>
              <a:buClr>
                <a:schemeClr val="lt1"/>
              </a:buClr>
              <a:buSzPts val="1700"/>
              <a:buNone/>
              <a:defRPr sz="1700">
                <a:solidFill>
                  <a:schemeClr val="lt1"/>
                </a:solidFill>
              </a:defRPr>
            </a:lvl8pPr>
            <a:lvl9pPr>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Слайд КОД+ТЕКСТ 1 1">
  <p:cSld name="CUSTOM_4_2">
    <p:spTree>
      <p:nvGrpSpPr>
        <p:cNvPr id="1" name=""/>
        <p:cNvGrpSpPr/>
        <p:nvPr/>
      </p:nvGrpSpPr>
      <p:grpSpPr>
        <a:xfrm>
          <a:off x="0" y="0"/>
          <a:ext cx="0" cy="0"/>
          <a:chOff x="0" y="0"/>
          <a:chExt cx="0" cy="0"/>
        </a:xfrm>
      </p:grpSpPr>
      <p:sp>
        <p:nvSpPr>
          <p:cNvPr id="138" name="Google Shape;138;p34">
            <a:extLst>
              <a:ext uri="{FF2B5EF4-FFF2-40B4-BE49-F238E27FC236}">
                <a16:creationId xmlns:a16="http://schemas.microsoft.com/office/drawing/2014/main" id="{65ECDDEC-1193-4A70-8A9B-C993DAF002D5}"/>
              </a:ext>
            </a:extLst>
          </p:cNvPr>
          <p:cNvSpPr>
            <a:spLocks noGrp="1"/>
          </p:cNvSpPr>
          <p:nvPr>
            <p:ph type="title"/>
          </p:nvPr>
        </p:nvSpPr>
        <p:spPr>
          <a:xfrm>
            <a:off x="500550" y="330724"/>
            <a:ext cx="8520600" cy="1095900"/>
          </a:xfrm>
          <a:prstGeom prst="rect">
            <a:avLst/>
          </a:prstGeom>
        </p:spPr>
        <p:txBody>
          <a:bodyPr spcFirstLastPara="1" wrap="square" lIns="91425" tIns="91425" rIns="91425" bIns="91425" anchor="t">
            <a:noAutofit/>
          </a:bodyPr>
          <a:lstStyle>
            <a:lvl1pPr>
              <a:spcBef>
                <a:spcPts val="0"/>
              </a:spcBef>
              <a:spcAft>
                <a:spcPts val="0"/>
              </a:spcAft>
              <a:buSzPts val="31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a:endParaRPr/>
          </a:p>
        </p:txBody>
      </p:sp>
      <p:sp>
        <p:nvSpPr>
          <p:cNvPr id="139" name="Google Shape;139;p34">
            <a:extLst>
              <a:ext uri="{FF2B5EF4-FFF2-40B4-BE49-F238E27FC236}">
                <a16:creationId xmlns:a16="http://schemas.microsoft.com/office/drawing/2014/main" id="{F9F413B2-BE7B-4370-8314-3A43549ECBC6}"/>
              </a:ext>
            </a:extLst>
          </p:cNvPr>
          <p:cNvSpPr>
            <a:spLocks noGrp="1"/>
          </p:cNvSpPr>
          <p:nvPr>
            <p:ph type="subTitle" idx="1"/>
          </p:nvPr>
        </p:nvSpPr>
        <p:spPr>
          <a:xfrm>
            <a:off x="544050" y="1350425"/>
            <a:ext cx="5316300" cy="904200"/>
          </a:xfrm>
          <a:prstGeom prst="rect">
            <a:avLst/>
          </a:prstGeom>
        </p:spPr>
        <p:txBody>
          <a:bodyPr spcFirstLastPara="1" wrap="square" lIns="91425" tIns="91425" rIns="91425" bIns="91425" anchor="t">
            <a:normAutofit/>
          </a:bodyPr>
          <a:lstStyle>
            <a:lvl1pPr>
              <a:lnSpc>
                <a:spcPct val="120000"/>
              </a:lnSpc>
              <a:spcBef>
                <a:spcPts val="0"/>
              </a:spcBef>
              <a:spcAft>
                <a:spcPts val="0"/>
              </a:spcAft>
              <a:buClr>
                <a:schemeClr val="dk1"/>
              </a:buClr>
              <a:buSzPts val="1300"/>
              <a:buNone/>
              <a:defRPr sz="1300" b="0">
                <a:solidFill>
                  <a:schemeClr val="dk1"/>
                </a:solidFill>
              </a:defRPr>
            </a:lvl1pPr>
            <a:lvl2pPr>
              <a:lnSpc>
                <a:spcPct val="100000"/>
              </a:lnSpc>
              <a:spcBef>
                <a:spcPts val="0"/>
              </a:spcBef>
              <a:spcAft>
                <a:spcPts val="0"/>
              </a:spcAft>
              <a:buClr>
                <a:schemeClr val="dk1"/>
              </a:buClr>
              <a:buSzPts val="1500"/>
              <a:buNone/>
              <a:defRPr>
                <a:solidFill>
                  <a:schemeClr val="dk1"/>
                </a:solidFill>
              </a:defRPr>
            </a:lvl2pPr>
            <a:lvl3pPr>
              <a:lnSpc>
                <a:spcPct val="100000"/>
              </a:lnSpc>
              <a:spcBef>
                <a:spcPts val="0"/>
              </a:spcBef>
              <a:spcAft>
                <a:spcPts val="0"/>
              </a:spcAft>
              <a:buClr>
                <a:schemeClr val="dk1"/>
              </a:buClr>
              <a:buSzPts val="1300"/>
              <a:buNone/>
              <a:defRPr>
                <a:solidFill>
                  <a:schemeClr val="dk1"/>
                </a:solidFill>
              </a:defRPr>
            </a:lvl3pPr>
            <a:lvl4pPr>
              <a:lnSpc>
                <a:spcPct val="100000"/>
              </a:lnSpc>
              <a:spcBef>
                <a:spcPts val="0"/>
              </a:spcBef>
              <a:spcAft>
                <a:spcPts val="0"/>
              </a:spcAft>
              <a:buClr>
                <a:schemeClr val="dk1"/>
              </a:buClr>
              <a:buSzPts val="1300"/>
              <a:buNone/>
              <a:defRPr>
                <a:solidFill>
                  <a:schemeClr val="dk1"/>
                </a:solidFill>
              </a:defRPr>
            </a:lvl4pPr>
            <a:lvl5pPr>
              <a:lnSpc>
                <a:spcPct val="100000"/>
              </a:lnSpc>
              <a:spcBef>
                <a:spcPts val="0"/>
              </a:spcBef>
              <a:spcAft>
                <a:spcPts val="0"/>
              </a:spcAft>
              <a:buClr>
                <a:schemeClr val="dk1"/>
              </a:buClr>
              <a:buSzPts val="1300"/>
              <a:buNone/>
              <a:defRPr>
                <a:solidFill>
                  <a:schemeClr val="dk1"/>
                </a:solidFill>
              </a:defRPr>
            </a:lvl5pPr>
            <a:lvl6pPr>
              <a:lnSpc>
                <a:spcPct val="100000"/>
              </a:lnSpc>
              <a:spcBef>
                <a:spcPts val="0"/>
              </a:spcBef>
              <a:spcAft>
                <a:spcPts val="0"/>
              </a:spcAft>
              <a:buClr>
                <a:schemeClr val="dk1"/>
              </a:buClr>
              <a:buSzPts val="1300"/>
              <a:buNone/>
              <a:defRPr>
                <a:solidFill>
                  <a:schemeClr val="dk1"/>
                </a:solidFill>
              </a:defRPr>
            </a:lvl6pPr>
            <a:lvl7pPr>
              <a:lnSpc>
                <a:spcPct val="100000"/>
              </a:lnSpc>
              <a:spcBef>
                <a:spcPts val="0"/>
              </a:spcBef>
              <a:spcAft>
                <a:spcPts val="0"/>
              </a:spcAft>
              <a:buClr>
                <a:schemeClr val="dk1"/>
              </a:buClr>
              <a:buSzPts val="1300"/>
              <a:buNone/>
              <a:defRPr>
                <a:solidFill>
                  <a:schemeClr val="dk1"/>
                </a:solidFill>
              </a:defRPr>
            </a:lvl7pPr>
            <a:lvl8pPr>
              <a:lnSpc>
                <a:spcPct val="100000"/>
              </a:lnSpc>
              <a:spcBef>
                <a:spcPts val="0"/>
              </a:spcBef>
              <a:spcAft>
                <a:spcPts val="0"/>
              </a:spcAft>
              <a:buClr>
                <a:schemeClr val="dk1"/>
              </a:buClr>
              <a:buSzPts val="1300"/>
              <a:buNone/>
              <a:defRPr>
                <a:solidFill>
                  <a:schemeClr val="dk1"/>
                </a:solidFill>
              </a:defRPr>
            </a:lvl8pPr>
            <a:lvl9pPr>
              <a:lnSpc>
                <a:spcPct val="100000"/>
              </a:lnSpc>
              <a:spcBef>
                <a:spcPts val="0"/>
              </a:spcBef>
              <a:spcAft>
                <a:spcPts val="0"/>
              </a:spcAft>
              <a:buClr>
                <a:schemeClr val="dk1"/>
              </a:buClr>
              <a:buSzPts val="1300"/>
              <a:buNone/>
              <a:defRPr>
                <a:solidFill>
                  <a:schemeClr val="dk1"/>
                </a:solidFill>
              </a:defRPr>
            </a:lvl9pPr>
          </a:lstStyle>
          <a:p>
            <a:endParaRPr/>
          </a:p>
        </p:txBody>
      </p:sp>
      <p:sp>
        <p:nvSpPr>
          <p:cNvPr id="140" name="Google Shape;140;p34">
            <a:extLst>
              <a:ext uri="{FF2B5EF4-FFF2-40B4-BE49-F238E27FC236}">
                <a16:creationId xmlns:a16="http://schemas.microsoft.com/office/drawing/2014/main" id="{A851AA54-0D35-4A3B-843C-1FD63C43FBDB}"/>
              </a:ext>
            </a:extLst>
          </p:cNvPr>
          <p:cNvSpPr>
            <a:spLocks noGrp="1"/>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1" name="Google Shape;141;p34">
            <a:extLst>
              <a:ext uri="{FF2B5EF4-FFF2-40B4-BE49-F238E27FC236}">
                <a16:creationId xmlns:a16="http://schemas.microsoft.com/office/drawing/2014/main" id="{8DAB680D-1CFC-4D92-BD4A-9BA5A3144A20}"/>
              </a:ext>
            </a:extLst>
          </p:cNvPr>
          <p:cNvSpPr>
            <a:spLocks noGrp="1"/>
          </p:cNvSpPr>
          <p:nvPr>
            <p:ph type="subTitle" idx="2"/>
          </p:nvPr>
        </p:nvSpPr>
        <p:spPr>
          <a:xfrm>
            <a:off x="795050" y="2220038"/>
            <a:ext cx="7568100" cy="2363700"/>
          </a:xfrm>
          <a:prstGeom prst="rect">
            <a:avLst/>
          </a:prstGeom>
        </p:spPr>
        <p:txBody>
          <a:bodyPr spcFirstLastPara="1" wrap="square" lIns="91425" tIns="91425" rIns="91425" bIns="91425" anchor="t">
            <a:normAutofit/>
          </a:bodyPr>
          <a:lstStyle>
            <a:lvl1pPr>
              <a:lnSpc>
                <a:spcPct val="115000"/>
              </a:lnSpc>
              <a:spcBef>
                <a:spcPts val="0"/>
              </a:spcBef>
              <a:spcAft>
                <a:spcPts val="0"/>
              </a:spcAft>
              <a:buSzPts val="1300"/>
              <a:buFont typeface="Courier New"/>
              <a:buNone/>
              <a:defRPr sz="1300">
                <a:latin typeface="Courier New"/>
                <a:ea typeface="Courier New"/>
                <a:cs typeface="Courier New"/>
              </a:defRPr>
            </a:lvl1pPr>
            <a:lvl2pPr>
              <a:lnSpc>
                <a:spcPct val="115000"/>
              </a:lnSpc>
              <a:spcBef>
                <a:spcPts val="0"/>
              </a:spcBef>
              <a:spcAft>
                <a:spcPts val="0"/>
              </a:spcAft>
              <a:buSzPts val="1700"/>
              <a:buNone/>
              <a:defRPr sz="1700"/>
            </a:lvl2pPr>
            <a:lvl3pPr>
              <a:lnSpc>
                <a:spcPct val="115000"/>
              </a:lnSpc>
              <a:spcBef>
                <a:spcPts val="0"/>
              </a:spcBef>
              <a:spcAft>
                <a:spcPts val="0"/>
              </a:spcAft>
              <a:buSzPts val="1700"/>
              <a:buNone/>
              <a:defRPr sz="1700"/>
            </a:lvl3pPr>
            <a:lvl4pPr>
              <a:lnSpc>
                <a:spcPct val="115000"/>
              </a:lnSpc>
              <a:spcBef>
                <a:spcPts val="0"/>
              </a:spcBef>
              <a:spcAft>
                <a:spcPts val="0"/>
              </a:spcAft>
              <a:buSzPts val="1700"/>
              <a:buNone/>
              <a:defRPr sz="1700"/>
            </a:lvl4pPr>
            <a:lvl5pPr>
              <a:lnSpc>
                <a:spcPct val="115000"/>
              </a:lnSpc>
              <a:spcBef>
                <a:spcPts val="0"/>
              </a:spcBef>
              <a:spcAft>
                <a:spcPts val="0"/>
              </a:spcAft>
              <a:buSzPts val="1700"/>
              <a:buNone/>
              <a:defRPr sz="1700"/>
            </a:lvl5pPr>
            <a:lvl6pPr>
              <a:lnSpc>
                <a:spcPct val="115000"/>
              </a:lnSpc>
              <a:spcBef>
                <a:spcPts val="0"/>
              </a:spcBef>
              <a:spcAft>
                <a:spcPts val="0"/>
              </a:spcAft>
              <a:buSzPts val="1700"/>
              <a:buNone/>
              <a:defRPr sz="1700"/>
            </a:lvl6pPr>
            <a:lvl7pPr>
              <a:lnSpc>
                <a:spcPct val="115000"/>
              </a:lnSpc>
              <a:spcBef>
                <a:spcPts val="0"/>
              </a:spcBef>
              <a:spcAft>
                <a:spcPts val="0"/>
              </a:spcAft>
              <a:buSzPts val="1700"/>
              <a:buNone/>
              <a:defRPr sz="1700"/>
            </a:lvl7pPr>
            <a:lvl8pPr>
              <a:lnSpc>
                <a:spcPct val="115000"/>
              </a:lnSpc>
              <a:spcBef>
                <a:spcPts val="0"/>
              </a:spcBef>
              <a:spcAft>
                <a:spcPts val="0"/>
              </a:spcAft>
              <a:buSzPts val="1700"/>
              <a:buNone/>
              <a:defRPr sz="1700"/>
            </a:lvl8pPr>
            <a:lvl9pPr>
              <a:lnSpc>
                <a:spcPct val="115000"/>
              </a:lnSpc>
              <a:spcBef>
                <a:spcPts val="0"/>
              </a:spcBef>
              <a:spcAft>
                <a:spcPts val="0"/>
              </a:spcAft>
              <a:buSzPts val="1700"/>
              <a:buNone/>
              <a:defRPr sz="17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image" Target="../media/image1.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theme" Target="../theme/theme2.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9E4D300D-D869-4869-A402-6414B3A55444}"/>
              </a:ext>
            </a:extLst>
          </p:cNvPr>
          <p:cNvSpPr>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100"/>
              <a:buFont typeface="Roboto"/>
              <a:buNone/>
              <a:defRPr sz="31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a:endParaRPr/>
          </a:p>
        </p:txBody>
      </p:sp>
      <p:sp>
        <p:nvSpPr>
          <p:cNvPr id="7" name="Google Shape;7;p1">
            <a:extLst>
              <a:ext uri="{FF2B5EF4-FFF2-40B4-BE49-F238E27FC236}">
                <a16:creationId xmlns:a16="http://schemas.microsoft.com/office/drawing/2014/main" id="{A30DE8FD-6A8D-4EEA-986F-CFC5250FC272}"/>
              </a:ext>
            </a:extLst>
          </p:cNvPr>
          <p:cNvSpPr>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ormAutofit/>
          </a:bodyPr>
          <a:lstStyle>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3pPr>
            <a:lvl4pPr marL="1828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4pPr>
            <a:lvl5pPr marL="22860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5pPr>
            <a:lvl6pPr marL="27432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6pPr>
            <a:lvl7pPr marL="32004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7pPr>
            <a:lvl8pPr marL="3657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8pPr>
            <a:lvl9pPr marL="4114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9pPr>
          </a:lstStyle>
          <a:p>
            <a:endParaRPr/>
          </a:p>
        </p:txBody>
      </p:sp>
      <p:sp>
        <p:nvSpPr>
          <p:cNvPr id="8" name="Google Shape;8;p1">
            <a:extLst>
              <a:ext uri="{FF2B5EF4-FFF2-40B4-BE49-F238E27FC236}">
                <a16:creationId xmlns:a16="http://schemas.microsoft.com/office/drawing/2014/main" id="{02C1FB60-9DE3-450D-A4B3-D1F4B7B66CA8}"/>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
        <p:cNvGrpSpPr/>
        <p:nvPr/>
      </p:nvGrpSpPr>
      <p:grpSpPr>
        <a:xfrm>
          <a:off x="0" y="0"/>
          <a:ext cx="0" cy="0"/>
          <a:chOff x="0" y="0"/>
          <a:chExt cx="0" cy="0"/>
        </a:xfrm>
      </p:grpSpPr>
      <p:sp>
        <p:nvSpPr>
          <p:cNvPr id="66" name="Google Shape;66;p16">
            <a:extLst>
              <a:ext uri="{FF2B5EF4-FFF2-40B4-BE49-F238E27FC236}">
                <a16:creationId xmlns:a16="http://schemas.microsoft.com/office/drawing/2014/main" id="{C81C8F7E-9100-4E2A-881B-1F90C8B931CD}"/>
              </a:ext>
            </a:extLst>
          </p:cNvPr>
          <p:cNvSpPr>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Roboto"/>
              <a:buNone/>
              <a:defRPr sz="30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a:endParaRPr/>
          </a:p>
        </p:txBody>
      </p:sp>
      <p:sp>
        <p:nvSpPr>
          <p:cNvPr id="67" name="Google Shape;67;p16">
            <a:extLst>
              <a:ext uri="{FF2B5EF4-FFF2-40B4-BE49-F238E27FC236}">
                <a16:creationId xmlns:a16="http://schemas.microsoft.com/office/drawing/2014/main" id="{75919A97-4D02-487F-94F1-ECF18F207625}"/>
              </a:ext>
            </a:extLst>
          </p:cNvPr>
          <p:cNvSpPr>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spAutoFit/>
          </a:bodyPr>
          <a:lstStyle>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3pPr>
            <a:lvl4pPr marL="18288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4pPr>
            <a:lvl5pPr marL="22860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5pPr>
            <a:lvl6pPr marL="27432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6pPr>
            <a:lvl7pPr marL="32004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7pPr>
            <a:lvl8pPr marL="36576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8pPr>
            <a:lvl9pPr marL="4114800" indent="-31115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defRPr>
            </a:lvl9pPr>
          </a:lstStyle>
          <a:p>
            <a:endParaRPr/>
          </a:p>
        </p:txBody>
      </p:sp>
      <p:sp>
        <p:nvSpPr>
          <p:cNvPr id="68" name="Google Shape;68;p16">
            <a:extLst>
              <a:ext uri="{FF2B5EF4-FFF2-40B4-BE49-F238E27FC236}">
                <a16:creationId xmlns:a16="http://schemas.microsoft.com/office/drawing/2014/main" id="{72FF00AF-6882-4945-AFBD-A14A1F536E05}"/>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
        <p:cNvGrpSpPr/>
        <p:nvPr/>
      </p:nvGrpSpPr>
      <p:grpSpPr>
        <a:xfrm>
          <a:off x="0" y="0"/>
          <a:ext cx="0" cy="0"/>
          <a:chOff x="0" y="0"/>
          <a:chExt cx="0" cy="0"/>
        </a:xfrm>
      </p:grpSpPr>
      <p:sp>
        <p:nvSpPr>
          <p:cNvPr id="117" name="Google Shape;117;p27">
            <a:extLst>
              <a:ext uri="{FF2B5EF4-FFF2-40B4-BE49-F238E27FC236}">
                <a16:creationId xmlns:a16="http://schemas.microsoft.com/office/drawing/2014/main" id="{D3F0789D-5092-451C-8821-35A2808EECB0}"/>
              </a:ext>
            </a:extLst>
          </p:cNvPr>
          <p:cNvSpPr>
            <a:spLocks noGrp="1"/>
          </p:cNvSpPr>
          <p:nvPr>
            <p:ph type="title"/>
          </p:nvPr>
        </p:nvSpPr>
        <p:spPr>
          <a:xfrm>
            <a:off x="500550" y="330736"/>
            <a:ext cx="8520600" cy="9798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100"/>
              <a:buFont typeface="Roboto"/>
              <a:buNone/>
              <a:defRPr sz="3100" b="1">
                <a:solidFill>
                  <a:schemeClr val="dk1"/>
                </a:solidFill>
                <a:latin typeface="Roboto"/>
                <a:ea typeface="Roboto"/>
                <a:cs typeface="Roboto"/>
              </a:defRPr>
            </a:lvl1pPr>
            <a:lvl2pPr>
              <a:spcBef>
                <a:spcPts val="0"/>
              </a:spcBef>
              <a:spcAft>
                <a:spcPts val="0"/>
              </a:spcAft>
              <a:buClr>
                <a:schemeClr val="dk1"/>
              </a:buClr>
              <a:buSzPts val="2800"/>
              <a:buFont typeface="Roboto"/>
              <a:buNone/>
              <a:defRPr sz="2800">
                <a:solidFill>
                  <a:schemeClr val="dk1"/>
                </a:solidFill>
                <a:latin typeface="Roboto"/>
                <a:ea typeface="Roboto"/>
                <a:cs typeface="Roboto"/>
              </a:defRPr>
            </a:lvl2pPr>
            <a:lvl3pPr>
              <a:spcBef>
                <a:spcPts val="0"/>
              </a:spcBef>
              <a:spcAft>
                <a:spcPts val="0"/>
              </a:spcAft>
              <a:buClr>
                <a:schemeClr val="dk1"/>
              </a:buClr>
              <a:buSzPts val="2800"/>
              <a:buFont typeface="Roboto"/>
              <a:buNone/>
              <a:defRPr sz="2800">
                <a:solidFill>
                  <a:schemeClr val="dk1"/>
                </a:solidFill>
                <a:latin typeface="Roboto"/>
                <a:ea typeface="Roboto"/>
                <a:cs typeface="Roboto"/>
              </a:defRPr>
            </a:lvl3pPr>
            <a:lvl4pPr>
              <a:spcBef>
                <a:spcPts val="0"/>
              </a:spcBef>
              <a:spcAft>
                <a:spcPts val="0"/>
              </a:spcAft>
              <a:buClr>
                <a:schemeClr val="dk1"/>
              </a:buClr>
              <a:buSzPts val="2800"/>
              <a:buFont typeface="Roboto"/>
              <a:buNone/>
              <a:defRPr sz="2800">
                <a:solidFill>
                  <a:schemeClr val="dk1"/>
                </a:solidFill>
                <a:latin typeface="Roboto"/>
                <a:ea typeface="Roboto"/>
                <a:cs typeface="Roboto"/>
              </a:defRPr>
            </a:lvl4pPr>
            <a:lvl5pPr>
              <a:spcBef>
                <a:spcPts val="0"/>
              </a:spcBef>
              <a:spcAft>
                <a:spcPts val="0"/>
              </a:spcAft>
              <a:buClr>
                <a:schemeClr val="dk1"/>
              </a:buClr>
              <a:buSzPts val="2800"/>
              <a:buFont typeface="Roboto"/>
              <a:buNone/>
              <a:defRPr sz="2800">
                <a:solidFill>
                  <a:schemeClr val="dk1"/>
                </a:solidFill>
                <a:latin typeface="Roboto"/>
                <a:ea typeface="Roboto"/>
                <a:cs typeface="Roboto"/>
              </a:defRPr>
            </a:lvl5pPr>
            <a:lvl6pPr>
              <a:spcBef>
                <a:spcPts val="0"/>
              </a:spcBef>
              <a:spcAft>
                <a:spcPts val="0"/>
              </a:spcAft>
              <a:buClr>
                <a:schemeClr val="dk1"/>
              </a:buClr>
              <a:buSzPts val="2800"/>
              <a:buFont typeface="Roboto"/>
              <a:buNone/>
              <a:defRPr sz="2800">
                <a:solidFill>
                  <a:schemeClr val="dk1"/>
                </a:solidFill>
                <a:latin typeface="Roboto"/>
                <a:ea typeface="Roboto"/>
                <a:cs typeface="Roboto"/>
              </a:defRPr>
            </a:lvl6pPr>
            <a:lvl7pPr>
              <a:spcBef>
                <a:spcPts val="0"/>
              </a:spcBef>
              <a:spcAft>
                <a:spcPts val="0"/>
              </a:spcAft>
              <a:buClr>
                <a:schemeClr val="dk1"/>
              </a:buClr>
              <a:buSzPts val="2800"/>
              <a:buFont typeface="Roboto"/>
              <a:buNone/>
              <a:defRPr sz="2800">
                <a:solidFill>
                  <a:schemeClr val="dk1"/>
                </a:solidFill>
                <a:latin typeface="Roboto"/>
                <a:ea typeface="Roboto"/>
                <a:cs typeface="Roboto"/>
              </a:defRPr>
            </a:lvl7pPr>
            <a:lvl8pPr>
              <a:spcBef>
                <a:spcPts val="0"/>
              </a:spcBef>
              <a:spcAft>
                <a:spcPts val="0"/>
              </a:spcAft>
              <a:buClr>
                <a:schemeClr val="dk1"/>
              </a:buClr>
              <a:buSzPts val="2800"/>
              <a:buFont typeface="Roboto"/>
              <a:buNone/>
              <a:defRPr sz="2800">
                <a:solidFill>
                  <a:schemeClr val="dk1"/>
                </a:solidFill>
                <a:latin typeface="Roboto"/>
                <a:ea typeface="Roboto"/>
                <a:cs typeface="Roboto"/>
              </a:defRPr>
            </a:lvl8pPr>
            <a:lvl9pPr>
              <a:spcBef>
                <a:spcPts val="0"/>
              </a:spcBef>
              <a:spcAft>
                <a:spcPts val="0"/>
              </a:spcAft>
              <a:buClr>
                <a:schemeClr val="dk1"/>
              </a:buClr>
              <a:buSzPts val="2800"/>
              <a:buFont typeface="Roboto"/>
              <a:buNone/>
              <a:defRPr sz="2800">
                <a:solidFill>
                  <a:schemeClr val="dk1"/>
                </a:solidFill>
                <a:latin typeface="Roboto"/>
                <a:ea typeface="Roboto"/>
                <a:cs typeface="Roboto"/>
              </a:defRPr>
            </a:lvl9pPr>
          </a:lstStyle>
          <a:p>
            <a:endParaRPr/>
          </a:p>
        </p:txBody>
      </p:sp>
      <p:sp>
        <p:nvSpPr>
          <p:cNvPr id="118" name="Google Shape;118;p27">
            <a:extLst>
              <a:ext uri="{FF2B5EF4-FFF2-40B4-BE49-F238E27FC236}">
                <a16:creationId xmlns:a16="http://schemas.microsoft.com/office/drawing/2014/main" id="{E00BEFC1-807B-4955-82FE-2F7FCB9DF747}"/>
              </a:ext>
            </a:extLst>
          </p:cNvPr>
          <p:cNvSpPr>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ormAutofit/>
          </a:bodyPr>
          <a:lstStyle>
            <a:lvl1pPr marL="45720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defRPr>
            </a:lvl1pPr>
            <a:lvl2pPr marL="914400"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defRPr>
            </a:lvl2pPr>
            <a:lvl3pPr marL="1371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3pPr>
            <a:lvl4pPr marL="1828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4pPr>
            <a:lvl5pPr marL="22860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5pPr>
            <a:lvl6pPr marL="27432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6pPr>
            <a:lvl7pPr marL="32004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7pPr>
            <a:lvl8pPr marL="36576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8pPr>
            <a:lvl9pPr marL="4114800"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9pPr>
          </a:lstStyle>
          <a:p>
            <a:endParaRPr/>
          </a:p>
        </p:txBody>
      </p:sp>
      <p:sp>
        <p:nvSpPr>
          <p:cNvPr id="119" name="Google Shape;119;p27">
            <a:extLst>
              <a:ext uri="{FF2B5EF4-FFF2-40B4-BE49-F238E27FC236}">
                <a16:creationId xmlns:a16="http://schemas.microsoft.com/office/drawing/2014/main" id="{25CB90BE-AFB3-4DCF-8EE4-DB00EDF22129}"/>
              </a:ext>
            </a:extLst>
          </p:cNvPr>
          <p:cNvSpPr>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ormAutofit/>
          </a:bodyPr>
          <a:lstStyle>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Google Shape;146;p35">
            <a:extLst>
              <a:ext uri="{FF2B5EF4-FFF2-40B4-BE49-F238E27FC236}">
                <a16:creationId xmlns:a16="http://schemas.microsoft.com/office/drawing/2014/main" id="{96AC388F-7E42-40E7-A5AF-0E29475237DA}"/>
              </a:ext>
            </a:extLst>
          </p:cNvPr>
          <p:cNvPicPr>
            <a:picLocks noChangeAspect="1"/>
          </p:cNvPicPr>
          <p:nvPr/>
        </p:nvPicPr>
        <p:blipFill rotWithShape="1">
          <a:blip r:embed="rId3">
            <a:alphaModFix/>
          </a:blip>
          <a:srcRect l="18598" r="18592"/>
          <a:stretch/>
        </p:blipFill>
        <p:spPr>
          <a:xfrm>
            <a:off x="-75950" y="-3216975"/>
            <a:ext cx="9408753" cy="8360474"/>
          </a:xfrm>
          <a:prstGeom prst="rect">
            <a:avLst/>
          </a:prstGeom>
          <a:ln>
            <a:noFill/>
          </a:ln>
        </p:spPr>
      </p:pic>
      <p:sp>
        <p:nvSpPr>
          <p:cNvPr id="147" name="Google Shape;147;p35">
            <a:extLst>
              <a:ext uri="{FF2B5EF4-FFF2-40B4-BE49-F238E27FC236}">
                <a16:creationId xmlns:a16="http://schemas.microsoft.com/office/drawing/2014/main" id="{CC05223D-8323-477E-A2BD-37386EB43D4B}"/>
              </a:ext>
            </a:extLst>
          </p:cNvPr>
          <p:cNvSpPr>
            <a:spLocks noGrp="1"/>
          </p:cNvSpPr>
          <p:nvPr/>
        </p:nvSpPr>
        <p:spPr>
          <a:xfrm>
            <a:off x="504825" y="950093"/>
            <a:ext cx="7143750" cy="1971675"/>
          </a:xfrm>
          <a:prstGeom prst="rect">
            <a:avLst/>
          </a:prstGeom>
          <a:noFill/>
          <a:ln>
            <a:noFill/>
          </a:ln>
        </p:spPr>
        <p:txBody>
          <a:bodyPr spcFirstLastPara="1" wrap="square" lIns="0" tIns="0" rIns="0" bIns="0" anchor="t">
            <a:noAutofit/>
          </a:bodyPr>
          <a:lstStyle>
            <a:defPPr algn="l">
              <a:defRPr sz="4000" b="1">
                <a:solidFill>
                  <a:srgbClr val="FFFFFF"/>
                </a:solidFill>
                <a:latin typeface="Roboto"/>
                <a:ea typeface="Roboto"/>
                <a:cs typeface="Roboto"/>
              </a:defRPr>
            </a:defPPr>
            <a:lvl1pPr algn="l">
              <a:buNone/>
              <a:defRPr sz="4000" b="1">
                <a:solidFill>
                  <a:srgbClr val="FFFFFF"/>
                </a:solidFill>
                <a:latin typeface="Roboto"/>
                <a:ea typeface="Roboto"/>
                <a:cs typeface="Roboto"/>
              </a:defRPr>
            </a:lvl1pPr>
            <a:lvl2pPr algn="l">
              <a:buNone/>
              <a:defRPr sz="4000" b="1">
                <a:solidFill>
                  <a:srgbClr val="FFFFFF"/>
                </a:solidFill>
                <a:latin typeface="Roboto"/>
                <a:ea typeface="Roboto"/>
                <a:cs typeface="Roboto"/>
              </a:defRPr>
            </a:lvl2pPr>
            <a:lvl3pPr algn="l">
              <a:buNone/>
              <a:defRPr sz="4000" b="1">
                <a:solidFill>
                  <a:srgbClr val="FFFFFF"/>
                </a:solidFill>
                <a:latin typeface="Roboto"/>
                <a:ea typeface="Roboto"/>
                <a:cs typeface="Roboto"/>
              </a:defRPr>
            </a:lvl3pPr>
            <a:lvl4pPr algn="l">
              <a:buNone/>
              <a:defRPr sz="4000" b="1">
                <a:solidFill>
                  <a:srgbClr val="FFFFFF"/>
                </a:solidFill>
                <a:latin typeface="Roboto"/>
                <a:ea typeface="Roboto"/>
                <a:cs typeface="Roboto"/>
              </a:defRPr>
            </a:lvl4pPr>
            <a:lvl5pPr algn="l">
              <a:buNone/>
              <a:defRPr sz="4000" b="1">
                <a:solidFill>
                  <a:srgbClr val="FFFFFF"/>
                </a:solidFill>
                <a:latin typeface="Roboto"/>
                <a:ea typeface="Roboto"/>
                <a:cs typeface="Roboto"/>
              </a:defRPr>
            </a:lvl5pPr>
            <a:lvl6pPr algn="l">
              <a:buNone/>
              <a:defRPr sz="4000" b="1">
                <a:solidFill>
                  <a:srgbClr val="FFFFFF"/>
                </a:solidFill>
                <a:latin typeface="Roboto"/>
                <a:ea typeface="Roboto"/>
                <a:cs typeface="Roboto"/>
              </a:defRPr>
            </a:lvl6pPr>
            <a:lvl7pPr algn="l">
              <a:buNone/>
              <a:defRPr sz="4000" b="1">
                <a:solidFill>
                  <a:srgbClr val="FFFFFF"/>
                </a:solidFill>
                <a:latin typeface="Roboto"/>
                <a:ea typeface="Roboto"/>
                <a:cs typeface="Roboto"/>
              </a:defRPr>
            </a:lvl7pPr>
            <a:lvl8pPr algn="l">
              <a:buNone/>
              <a:defRPr sz="4000" b="1">
                <a:solidFill>
                  <a:srgbClr val="FFFFFF"/>
                </a:solidFill>
                <a:latin typeface="Roboto"/>
                <a:ea typeface="Roboto"/>
                <a:cs typeface="Roboto"/>
              </a:defRPr>
            </a:lvl8pPr>
            <a:lvl9pPr algn="l">
              <a:buNone/>
              <a:defRPr sz="4000" b="1">
                <a:solidFill>
                  <a:srgbClr val="FFFFFF"/>
                </a:solidFill>
                <a:latin typeface="Roboto"/>
                <a:ea typeface="Roboto"/>
                <a:cs typeface="Roboto"/>
              </a:defRPr>
            </a:lvl9pPr>
          </a:lstStyle>
          <a:p>
            <a:pPr marL="0" lvl="0" indent="0" algn="l">
              <a:lnSpc>
                <a:spcPct val="90000"/>
              </a:lnSpc>
              <a:spcBef>
                <a:spcPts val="0"/>
              </a:spcBef>
              <a:spcAft>
                <a:spcPts val="0"/>
              </a:spcAft>
              <a:buNone/>
              <a:defRPr sz="4000" b="1">
                <a:solidFill>
                  <a:srgbClr val="FFFFFF"/>
                </a:solidFill>
                <a:latin typeface="Roboto"/>
                <a:ea typeface="Roboto"/>
                <a:cs typeface="Roboto"/>
              </a:defRPr>
            </a:pPr>
            <a:r>
              <a:rPr sz="4000" b="1" dirty="0" err="1">
                <a:solidFill>
                  <a:srgbClr val="FFFFFF"/>
                </a:solidFill>
                <a:latin typeface="Roboto"/>
                <a:ea typeface="Roboto"/>
                <a:cs typeface="Roboto"/>
              </a:rPr>
              <a:t>Поиск</a:t>
            </a:r>
            <a:r>
              <a:rPr sz="4000" b="1" dirty="0">
                <a:solidFill>
                  <a:srgbClr val="FFFFFF"/>
                </a:solidFill>
                <a:latin typeface="Roboto"/>
                <a:ea typeface="Roboto"/>
                <a:cs typeface="Roboto"/>
              </a:rPr>
              <a:t> ФИО</a:t>
            </a:r>
            <a:endParaRPr sz="4500" b="1" dirty="0">
              <a:solidFill>
                <a:schemeClr val="lt1"/>
              </a:solidFill>
              <a:latin typeface="Roboto"/>
              <a:ea typeface="Roboto"/>
              <a:cs typeface="Roboto"/>
            </a:endParaRPr>
          </a:p>
          <a:p>
            <a:pPr marL="0" lvl="0" indent="0" algn="l">
              <a:lnSpc>
                <a:spcPct val="90000"/>
              </a:lnSpc>
              <a:spcBef>
                <a:spcPts val="0"/>
              </a:spcBef>
              <a:spcAft>
                <a:spcPts val="0"/>
              </a:spcAft>
              <a:buNone/>
              <a:defRPr sz="4000" b="1">
                <a:solidFill>
                  <a:srgbClr val="FFFFFF"/>
                </a:solidFill>
                <a:latin typeface="Roboto"/>
                <a:ea typeface="Roboto"/>
                <a:cs typeface="Roboto"/>
              </a:defRPr>
            </a:pPr>
            <a:r>
              <a:rPr sz="4000" b="1" dirty="0" err="1">
                <a:solidFill>
                  <a:srgbClr val="FFFFFF"/>
                </a:solidFill>
                <a:latin typeface="Roboto"/>
                <a:ea typeface="Roboto"/>
                <a:cs typeface="Roboto"/>
              </a:rPr>
              <a:t>и</a:t>
            </a:r>
            <a:r>
              <a:rPr sz="4000" b="1" dirty="0">
                <a:solidFill>
                  <a:srgbClr val="FFFFFF"/>
                </a:solidFill>
                <a:latin typeface="Roboto"/>
                <a:ea typeface="Roboto"/>
                <a:cs typeface="Roboto"/>
              </a:rPr>
              <a:t> </a:t>
            </a:r>
            <a:r>
              <a:rPr lang="ru-RU" sz="4000" b="1" dirty="0">
                <a:solidFill>
                  <a:srgbClr val="FFFFFF"/>
                </a:solidFill>
                <a:latin typeface="Roboto"/>
                <a:ea typeface="Roboto"/>
                <a:cs typeface="Roboto"/>
              </a:rPr>
              <a:t>названий </a:t>
            </a:r>
            <a:r>
              <a:rPr sz="4000" b="1" dirty="0" err="1">
                <a:solidFill>
                  <a:srgbClr val="FFFFFF"/>
                </a:solidFill>
                <a:latin typeface="Roboto"/>
                <a:ea typeface="Roboto"/>
                <a:cs typeface="Roboto"/>
              </a:rPr>
              <a:t>организаций</a:t>
            </a:r>
            <a:endParaRPr sz="4500" b="1" dirty="0">
              <a:solidFill>
                <a:schemeClr val="lt1"/>
              </a:solidFill>
              <a:latin typeface="Roboto"/>
              <a:ea typeface="Roboto"/>
              <a:cs typeface="Roboto"/>
            </a:endParaRPr>
          </a:p>
          <a:p>
            <a:pPr marL="0" lvl="0" indent="0" algn="l">
              <a:lnSpc>
                <a:spcPct val="90000"/>
              </a:lnSpc>
              <a:spcBef>
                <a:spcPts val="0"/>
              </a:spcBef>
              <a:spcAft>
                <a:spcPts val="0"/>
              </a:spcAft>
              <a:buNone/>
              <a:defRPr sz="4000" b="1">
                <a:solidFill>
                  <a:srgbClr val="FFFFFF"/>
                </a:solidFill>
                <a:latin typeface="Roboto"/>
                <a:ea typeface="Roboto"/>
                <a:cs typeface="Roboto"/>
              </a:defRPr>
            </a:pPr>
            <a:r>
              <a:rPr sz="4000" b="1" dirty="0" err="1">
                <a:solidFill>
                  <a:srgbClr val="FFFFFF"/>
                </a:solidFill>
                <a:latin typeface="Roboto"/>
                <a:ea typeface="Roboto"/>
                <a:cs typeface="Roboto"/>
              </a:rPr>
              <a:t>в</a:t>
            </a:r>
            <a:r>
              <a:rPr sz="4000" b="1" dirty="0">
                <a:solidFill>
                  <a:srgbClr val="FFFFFF"/>
                </a:solidFill>
                <a:latin typeface="Roboto"/>
                <a:ea typeface="Roboto"/>
                <a:cs typeface="Roboto"/>
              </a:rPr>
              <a:t> Excel-</a:t>
            </a:r>
            <a:r>
              <a:rPr sz="4000" b="1" dirty="0" err="1">
                <a:solidFill>
                  <a:srgbClr val="FFFFFF"/>
                </a:solidFill>
                <a:latin typeface="Roboto"/>
                <a:ea typeface="Roboto"/>
                <a:cs typeface="Roboto"/>
              </a:rPr>
              <a:t>выгрузках</a:t>
            </a:r>
            <a:r>
              <a:rPr lang="ru-RU" sz="4000" b="1" dirty="0">
                <a:solidFill>
                  <a:srgbClr val="FFFFFF"/>
                </a:solidFill>
                <a:latin typeface="Roboto"/>
                <a:ea typeface="Roboto"/>
                <a:cs typeface="Roboto"/>
              </a:rPr>
              <a:t> из </a:t>
            </a:r>
            <a:r>
              <a:rPr lang="ru-RU" sz="4000" b="1" dirty="0" err="1">
                <a:solidFill>
                  <a:srgbClr val="FFFFFF"/>
                </a:solidFill>
                <a:latin typeface="Roboto"/>
                <a:ea typeface="Roboto"/>
                <a:cs typeface="Roboto"/>
              </a:rPr>
              <a:t>C</a:t>
            </a:r>
            <a:r>
              <a:rPr lang="en-US" sz="4000" b="1" dirty="0">
                <a:solidFill>
                  <a:srgbClr val="FFFFFF"/>
                </a:solidFill>
                <a:latin typeface="Roboto"/>
                <a:ea typeface="Roboto"/>
                <a:cs typeface="Roboto"/>
              </a:rPr>
              <a:t>RM</a:t>
            </a:r>
            <a:endParaRPr sz="4500" b="1" dirty="0">
              <a:solidFill>
                <a:schemeClr val="lt1"/>
              </a:solidFill>
              <a:latin typeface="Roboto"/>
              <a:ea typeface="Roboto"/>
              <a:cs typeface="Roboto"/>
            </a:endParaRPr>
          </a:p>
        </p:txBody>
      </p:sp>
      <p:pic>
        <p:nvPicPr>
          <p:cNvPr id="148" name="Google Shape;148;p35">
            <a:extLst>
              <a:ext uri="{FF2B5EF4-FFF2-40B4-BE49-F238E27FC236}">
                <a16:creationId xmlns:a16="http://schemas.microsoft.com/office/drawing/2014/main" id="{C9DF98F7-70E2-4B35-A481-3274247DE216}"/>
              </a:ext>
            </a:extLst>
          </p:cNvPr>
          <p:cNvPicPr>
            <a:picLocks noChangeAspect="1"/>
          </p:cNvPicPr>
          <p:nvPr/>
        </p:nvPicPr>
        <p:blipFill>
          <a:blip r:embed="rId4">
            <a:alphaModFix/>
          </a:blip>
          <a:stretch>
            <a:fillRect/>
          </a:stretch>
        </p:blipFill>
        <p:spPr>
          <a:xfrm>
            <a:off x="7913700" y="268875"/>
            <a:ext cx="822175" cy="284625"/>
          </a:xfrm>
          <a:prstGeom prst="rect">
            <a:avLst/>
          </a:prstGeom>
          <a:ln>
            <a:noFill/>
          </a:ln>
        </p:spPr>
      </p:pic>
      <p:sp>
        <p:nvSpPr>
          <p:cNvPr id="149" name="Google Shape;149;p35">
            <a:extLst>
              <a:ext uri="{FF2B5EF4-FFF2-40B4-BE49-F238E27FC236}">
                <a16:creationId xmlns:a16="http://schemas.microsoft.com/office/drawing/2014/main" id="{6505D36D-CCFF-40DD-AE9F-434FE38C9D0C}"/>
              </a:ext>
            </a:extLst>
          </p:cNvPr>
          <p:cNvSpPr>
            <a:spLocks noGrp="1"/>
          </p:cNvSpPr>
          <p:nvPr/>
        </p:nvSpPr>
        <p:spPr>
          <a:xfrm>
            <a:off x="628650" y="4133850"/>
            <a:ext cx="4905375" cy="428625"/>
          </a:xfrm>
          <a:prstGeom prst="roundRect">
            <a:avLst>
              <a:gd name="adj" fmla="val 16667"/>
            </a:avLst>
          </a:prstGeom>
          <a:solidFill>
            <a:srgbClr val="3F299A"/>
          </a:solidFill>
          <a:ln>
            <a:noFill/>
          </a:ln>
        </p:spPr>
        <p:txBody>
          <a:bodyPr spcFirstLastPara="1" wrap="square" lIns="91425" tIns="91425" rIns="91425" bIns="91425" anchor="ctr">
            <a:noAutofit/>
          </a:bodyPr>
          <a:lstStyle/>
          <a:p>
            <a:pPr marL="0" lvl="0" indent="0" algn="ctr">
              <a:spcBef>
                <a:spcPts val="0"/>
              </a:spcBef>
              <a:spcAft>
                <a:spcPts val="0"/>
              </a:spcAft>
              <a:buNone/>
            </a:pPr>
            <a:endParaRPr>
              <a:latin typeface="Roboto"/>
              <a:ea typeface="Roboto"/>
              <a:cs typeface="Roboto"/>
            </a:endParaRPr>
          </a:p>
        </p:txBody>
      </p:sp>
      <p:sp>
        <p:nvSpPr>
          <p:cNvPr id="150" name="Google Shape;150;p35">
            <a:extLst>
              <a:ext uri="{FF2B5EF4-FFF2-40B4-BE49-F238E27FC236}">
                <a16:creationId xmlns:a16="http://schemas.microsoft.com/office/drawing/2014/main" id="{601E5BA4-A35C-407B-BE63-E28AAEA820E5}"/>
              </a:ext>
            </a:extLst>
          </p:cNvPr>
          <p:cNvSpPr>
            <a:spLocks noGrp="1"/>
          </p:cNvSpPr>
          <p:nvPr/>
        </p:nvSpPr>
        <p:spPr>
          <a:xfrm>
            <a:off x="866775" y="4238625"/>
            <a:ext cx="4524375" cy="443454"/>
          </a:xfrm>
          <a:prstGeom prst="rect">
            <a:avLst/>
          </a:prstGeom>
          <a:noFill/>
          <a:ln>
            <a:noFill/>
          </a:ln>
        </p:spPr>
        <p:txBody>
          <a:bodyPr spcFirstLastPara="1" wrap="square" lIns="0" tIns="0" rIns="0" bIns="0" anchor="t">
            <a:noAutofit/>
          </a:bodyPr>
          <a:lstStyle>
            <a:defPPr algn="l">
              <a:defRPr sz="1900">
                <a:solidFill>
                  <a:srgbClr val="FFFFFF"/>
                </a:solidFill>
                <a:latin typeface="Roboto Medium"/>
                <a:ea typeface="Roboto Medium"/>
                <a:cs typeface="Roboto Medium"/>
              </a:defRPr>
            </a:defPPr>
            <a:lvl1pPr algn="l">
              <a:buNone/>
              <a:defRPr sz="1900">
                <a:solidFill>
                  <a:srgbClr val="FFFFFF"/>
                </a:solidFill>
                <a:latin typeface="Roboto Medium"/>
                <a:ea typeface="Roboto Medium"/>
                <a:cs typeface="Roboto Medium"/>
              </a:defRPr>
            </a:lvl1pPr>
            <a:lvl2pPr algn="l">
              <a:buNone/>
              <a:defRPr sz="1900">
                <a:solidFill>
                  <a:srgbClr val="FFFFFF"/>
                </a:solidFill>
                <a:latin typeface="Roboto Medium"/>
                <a:ea typeface="Roboto Medium"/>
                <a:cs typeface="Roboto Medium"/>
              </a:defRPr>
            </a:lvl2pPr>
            <a:lvl3pPr algn="l">
              <a:buNone/>
              <a:defRPr sz="1900">
                <a:solidFill>
                  <a:srgbClr val="FFFFFF"/>
                </a:solidFill>
                <a:latin typeface="Roboto Medium"/>
                <a:ea typeface="Roboto Medium"/>
                <a:cs typeface="Roboto Medium"/>
              </a:defRPr>
            </a:lvl3pPr>
            <a:lvl4pPr algn="l">
              <a:buNone/>
              <a:defRPr sz="1900">
                <a:solidFill>
                  <a:srgbClr val="FFFFFF"/>
                </a:solidFill>
                <a:latin typeface="Roboto Medium"/>
                <a:ea typeface="Roboto Medium"/>
                <a:cs typeface="Roboto Medium"/>
              </a:defRPr>
            </a:lvl4pPr>
            <a:lvl5pPr algn="l">
              <a:buNone/>
              <a:defRPr sz="1900">
                <a:solidFill>
                  <a:srgbClr val="FFFFFF"/>
                </a:solidFill>
                <a:latin typeface="Roboto Medium"/>
                <a:ea typeface="Roboto Medium"/>
                <a:cs typeface="Roboto Medium"/>
              </a:defRPr>
            </a:lvl5pPr>
            <a:lvl6pPr algn="l">
              <a:buNone/>
              <a:defRPr sz="1900">
                <a:solidFill>
                  <a:srgbClr val="FFFFFF"/>
                </a:solidFill>
                <a:latin typeface="Roboto Medium"/>
                <a:ea typeface="Roboto Medium"/>
                <a:cs typeface="Roboto Medium"/>
              </a:defRPr>
            </a:lvl6pPr>
            <a:lvl7pPr algn="l">
              <a:buNone/>
              <a:defRPr sz="1900">
                <a:solidFill>
                  <a:srgbClr val="FFFFFF"/>
                </a:solidFill>
                <a:latin typeface="Roboto Medium"/>
                <a:ea typeface="Roboto Medium"/>
                <a:cs typeface="Roboto Medium"/>
              </a:defRPr>
            </a:lvl7pPr>
            <a:lvl8pPr algn="l">
              <a:buNone/>
              <a:defRPr sz="1900">
                <a:solidFill>
                  <a:srgbClr val="FFFFFF"/>
                </a:solidFill>
                <a:latin typeface="Roboto Medium"/>
                <a:ea typeface="Roboto Medium"/>
                <a:cs typeface="Roboto Medium"/>
              </a:defRPr>
            </a:lvl8pPr>
            <a:lvl9pPr algn="l">
              <a:buNone/>
              <a:defRPr sz="1900">
                <a:solidFill>
                  <a:srgbClr val="FFFFFF"/>
                </a:solidFill>
                <a:latin typeface="Roboto Medium"/>
                <a:ea typeface="Roboto Medium"/>
                <a:cs typeface="Roboto Medium"/>
              </a:defRPr>
            </a:lvl9pPr>
          </a:lstStyle>
          <a:p>
            <a:pPr marL="0" lvl="0" indent="0" algn="l">
              <a:lnSpc>
                <a:spcPct val="90000"/>
              </a:lnSpc>
              <a:spcBef>
                <a:spcPts val="0"/>
              </a:spcBef>
              <a:spcAft>
                <a:spcPts val="0"/>
              </a:spcAft>
              <a:buNone/>
              <a:defRPr sz="1900">
                <a:solidFill>
                  <a:srgbClr val="FFFFFF"/>
                </a:solidFill>
                <a:latin typeface="Roboto Medium"/>
                <a:ea typeface="Roboto Medium"/>
                <a:cs typeface="Roboto Medium"/>
              </a:defRPr>
            </a:pPr>
            <a:r>
              <a:rPr sz="1900">
                <a:solidFill>
                  <a:srgbClr val="FFFFFF"/>
                </a:solidFill>
                <a:latin typeface="Roboto Medium"/>
                <a:ea typeface="Roboto Medium"/>
                <a:cs typeface="Roboto Medium"/>
              </a:rPr>
              <a:t>Machine Learning. Professional</a:t>
            </a:r>
            <a:endParaRPr sz="100">
              <a:latin typeface="Roboto Medium"/>
              <a:ea typeface="Roboto Medium"/>
              <a:cs typeface="Roboto Medium"/>
            </a:endParaRPr>
          </a:p>
        </p:txBody>
      </p:sp>
      <p:pic>
        <p:nvPicPr>
          <p:cNvPr id="151" name="Google Shape;151;p35">
            <a:extLst>
              <a:ext uri="{FF2B5EF4-FFF2-40B4-BE49-F238E27FC236}">
                <a16:creationId xmlns:a16="http://schemas.microsoft.com/office/drawing/2014/main" id="{E9390BF0-D0A5-4DD9-A2DF-8ADE61716502}"/>
              </a:ext>
            </a:extLst>
          </p:cNvPr>
          <p:cNvPicPr>
            <a:picLocks noChangeAspect="1"/>
          </p:cNvPicPr>
          <p:nvPr/>
        </p:nvPicPr>
        <p:blipFill>
          <a:blip r:embed="rId5">
            <a:alphaModFix/>
          </a:blip>
          <a:stretch>
            <a:fillRect/>
          </a:stretch>
        </p:blipFill>
        <p:spPr>
          <a:xfrm>
            <a:off x="7409723" y="3083693"/>
            <a:ext cx="1548451" cy="1669475"/>
          </a:xfrm>
          <a:prstGeom prst="rect">
            <a:avLst/>
          </a:prstGeom>
          <a:ln>
            <a:noFill/>
          </a:ln>
        </p:spPr>
      </p:pic>
      <p:sp>
        <p:nvSpPr>
          <p:cNvPr id="152" name="Локальная обработка файлов из CRM">
            <a:extLst>
              <a:ext uri="{FF2B5EF4-FFF2-40B4-BE49-F238E27FC236}">
                <a16:creationId xmlns:a16="http://schemas.microsoft.com/office/drawing/2014/main" id="{4CFD55F2-B65C-4EEC-8E39-FE826FB46D95}"/>
              </a:ext>
            </a:extLst>
          </p:cNvPr>
          <p:cNvSpPr>
            <a:spLocks noGrp="1"/>
          </p:cNvSpPr>
          <p:nvPr/>
        </p:nvSpPr>
        <p:spPr>
          <a:xfrm>
            <a:off x="504825" y="3476625"/>
            <a:ext cx="6667500" cy="333375"/>
          </a:xfrm>
          <a:prstGeom prst="rect">
            <a:avLst/>
          </a:prstGeom>
          <a:noFill/>
          <a:ln w="0">
            <a:noFill/>
          </a:ln>
        </p:spPr>
        <p:txBody>
          <a:bodyPr wrap="square" lIns="0" tIns="0" rIns="0" bIns="0" anchor="t">
            <a:noAutofit/>
          </a:bodyPr>
          <a:lstStyle>
            <a:defPPr algn="l">
              <a:defRPr sz="1725">
                <a:solidFill>
                  <a:srgbClr val="FFFFFF"/>
                </a:solidFill>
                <a:latin typeface="Roboto"/>
                <a:ea typeface="Roboto"/>
                <a:cs typeface="Roboto"/>
              </a:defRPr>
            </a:defPPr>
            <a:lvl1pPr algn="l">
              <a:defRPr sz="1725">
                <a:solidFill>
                  <a:srgbClr val="FFFFFF"/>
                </a:solidFill>
                <a:latin typeface="Roboto"/>
                <a:ea typeface="Roboto"/>
                <a:cs typeface="Roboto"/>
              </a:defRPr>
            </a:lvl1pPr>
            <a:lvl2pPr algn="l">
              <a:defRPr sz="1725">
                <a:solidFill>
                  <a:srgbClr val="FFFFFF"/>
                </a:solidFill>
                <a:latin typeface="Roboto"/>
                <a:ea typeface="Roboto"/>
                <a:cs typeface="Roboto"/>
              </a:defRPr>
            </a:lvl2pPr>
            <a:lvl3pPr algn="l">
              <a:defRPr sz="1725">
                <a:solidFill>
                  <a:srgbClr val="FFFFFF"/>
                </a:solidFill>
                <a:latin typeface="Roboto"/>
                <a:ea typeface="Roboto"/>
                <a:cs typeface="Roboto"/>
              </a:defRPr>
            </a:lvl3pPr>
            <a:lvl4pPr algn="l">
              <a:defRPr sz="1725">
                <a:solidFill>
                  <a:srgbClr val="FFFFFF"/>
                </a:solidFill>
                <a:latin typeface="Roboto"/>
                <a:ea typeface="Roboto"/>
                <a:cs typeface="Roboto"/>
              </a:defRPr>
            </a:lvl4pPr>
            <a:lvl5pPr algn="l">
              <a:defRPr sz="1725">
                <a:solidFill>
                  <a:srgbClr val="FFFFFF"/>
                </a:solidFill>
                <a:latin typeface="Roboto"/>
                <a:ea typeface="Roboto"/>
                <a:cs typeface="Roboto"/>
              </a:defRPr>
            </a:lvl5pPr>
            <a:lvl6pPr algn="l">
              <a:defRPr sz="1725">
                <a:solidFill>
                  <a:srgbClr val="FFFFFF"/>
                </a:solidFill>
                <a:latin typeface="Roboto"/>
                <a:ea typeface="Roboto"/>
                <a:cs typeface="Roboto"/>
              </a:defRPr>
            </a:lvl6pPr>
            <a:lvl7pPr algn="l">
              <a:defRPr sz="1725">
                <a:solidFill>
                  <a:srgbClr val="FFFFFF"/>
                </a:solidFill>
                <a:latin typeface="Roboto"/>
                <a:ea typeface="Roboto"/>
                <a:cs typeface="Roboto"/>
              </a:defRPr>
            </a:lvl7pPr>
            <a:lvl8pPr algn="l">
              <a:defRPr sz="1725">
                <a:solidFill>
                  <a:srgbClr val="FFFFFF"/>
                </a:solidFill>
                <a:latin typeface="Roboto"/>
                <a:ea typeface="Roboto"/>
                <a:cs typeface="Roboto"/>
              </a:defRPr>
            </a:lvl8pPr>
            <a:lvl9pPr algn="l">
              <a:defRPr sz="1725">
                <a:solidFill>
                  <a:srgbClr val="FFFFFF"/>
                </a:solidFill>
                <a:latin typeface="Roboto"/>
                <a:ea typeface="Roboto"/>
                <a:cs typeface="Roboto"/>
              </a:defRPr>
            </a:lvl9pPr>
          </a:lstStyle>
          <a:p>
            <a:pPr algn="l">
              <a:defRPr sz="1725">
                <a:solidFill>
                  <a:srgbClr val="FFFFFF"/>
                </a:solidFill>
                <a:latin typeface="Roboto"/>
                <a:ea typeface="Roboto"/>
                <a:cs typeface="Roboto"/>
              </a:defRPr>
            </a:pPr>
            <a:r>
              <a:rPr sz="1725" dirty="0" err="1">
                <a:solidFill>
                  <a:srgbClr val="FFFFFF"/>
                </a:solidFill>
                <a:latin typeface="Roboto"/>
                <a:ea typeface="Roboto"/>
                <a:cs typeface="Roboto"/>
              </a:rPr>
              <a:t>Локальная</a:t>
            </a:r>
            <a:r>
              <a:rPr sz="1725" dirty="0">
                <a:solidFill>
                  <a:srgbClr val="FFFFFF"/>
                </a:solidFill>
                <a:latin typeface="Roboto"/>
                <a:ea typeface="Roboto"/>
                <a:cs typeface="Roboto"/>
              </a:rPr>
              <a:t> </a:t>
            </a:r>
            <a:r>
              <a:rPr sz="1725" dirty="0" err="1">
                <a:solidFill>
                  <a:srgbClr val="FFFFFF"/>
                </a:solidFill>
                <a:latin typeface="Roboto"/>
                <a:ea typeface="Roboto"/>
                <a:cs typeface="Roboto"/>
              </a:rPr>
              <a:t>обработка</a:t>
            </a:r>
            <a:r>
              <a:rPr sz="1725" dirty="0">
                <a:solidFill>
                  <a:srgbClr val="FFFFFF"/>
                </a:solidFill>
                <a:latin typeface="Roboto"/>
                <a:ea typeface="Roboto"/>
                <a:cs typeface="Roboto"/>
              </a:rPr>
              <a:t> </a:t>
            </a:r>
            <a:r>
              <a:rPr sz="1725" dirty="0" err="1">
                <a:solidFill>
                  <a:srgbClr val="FFFFFF"/>
                </a:solidFill>
                <a:latin typeface="Roboto"/>
                <a:ea typeface="Roboto"/>
                <a:cs typeface="Roboto"/>
              </a:rPr>
              <a:t>файлов</a:t>
            </a:r>
            <a:r>
              <a:rPr sz="1725" dirty="0">
                <a:solidFill>
                  <a:srgbClr val="FFFFFF"/>
                </a:solidFill>
                <a:latin typeface="Roboto"/>
                <a:ea typeface="Roboto"/>
                <a:cs typeface="Roboto"/>
              </a:rPr>
              <a:t> </a:t>
            </a:r>
            <a:r>
              <a:rPr sz="1725" dirty="0" err="1">
                <a:solidFill>
                  <a:srgbClr val="FFFFFF"/>
                </a:solidFill>
                <a:latin typeface="Roboto"/>
                <a:ea typeface="Roboto"/>
                <a:cs typeface="Roboto"/>
              </a:rPr>
              <a:t>из</a:t>
            </a:r>
            <a:r>
              <a:rPr sz="1725" dirty="0">
                <a:solidFill>
                  <a:srgbClr val="FFFFFF"/>
                </a:solidFill>
                <a:latin typeface="Roboto"/>
                <a:ea typeface="Roboto"/>
                <a:cs typeface="Roboto"/>
              </a:rPr>
              <a:t> CRM</a:t>
            </a:r>
          </a:p>
        </p:txBody>
      </p:sp>
    </p:spTree>
    <p:extLst>
      <p:ext uri="{BB962C8B-B14F-4D97-AF65-F5344CB8AC3E}">
        <p14:creationId xmlns:p14="http://schemas.microsoft.com/office/powerpoint/2010/main" val="1732809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Google Shape;163;p37">
            <a:extLst>
              <a:ext uri="{FF2B5EF4-FFF2-40B4-BE49-F238E27FC236}">
                <a16:creationId xmlns:a16="http://schemas.microsoft.com/office/drawing/2014/main" id="{CBF1DD02-2CA1-4883-9128-80660AA06A84}"/>
              </a:ext>
            </a:extLst>
          </p:cNvPr>
          <p:cNvSpPr>
            <a:spLocks noGrp="1"/>
          </p:cNvSpPr>
          <p:nvPr>
            <p:ph type="title"/>
          </p:nvPr>
        </p:nvSpPr>
        <p:spPr>
          <a:xfrm>
            <a:off x="600075" y="428625"/>
            <a:ext cx="7905750" cy="76200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Clr>
                <a:schemeClr val="dk1"/>
              </a:buClr>
              <a:buSzPts val="1100"/>
              <a:buFont typeface="Arial"/>
              <a:buNone/>
              <a:defRPr sz="3000" b="1">
                <a:solidFill>
                  <a:srgbClr val="000000"/>
                </a:solidFill>
                <a:latin typeface="Roboto"/>
                <a:ea typeface="Roboto"/>
                <a:cs typeface="Roboto"/>
              </a:defRPr>
            </a:pPr>
            <a:r>
              <a:rPr sz="3000" b="1">
                <a:solidFill>
                  <a:srgbClr val="000000"/>
                </a:solidFill>
                <a:latin typeface="Roboto"/>
                <a:ea typeface="Roboto"/>
                <a:cs typeface="Roboto"/>
              </a:rPr>
              <a:t>Автор и контекст проекта</a:t>
            </a:r>
            <a:endParaRPr sz="3000"/>
          </a:p>
        </p:txBody>
      </p:sp>
      <p:sp>
        <p:nvSpPr>
          <p:cNvPr id="165" name="Google Shape;165;p37">
            <a:extLst>
              <a:ext uri="{FF2B5EF4-FFF2-40B4-BE49-F238E27FC236}">
                <a16:creationId xmlns:a16="http://schemas.microsoft.com/office/drawing/2014/main" id="{5AAA90B3-6469-41E7-ABE4-40B52D93600F}"/>
              </a:ext>
            </a:extLst>
          </p:cNvPr>
          <p:cNvSpPr>
            <a:spLocks noGrp="1"/>
          </p:cNvSpPr>
          <p:nvPr/>
        </p:nvSpPr>
        <p:spPr>
          <a:xfrm>
            <a:off x="600075" y="1414462"/>
            <a:ext cx="5238750" cy="619125"/>
          </a:xfrm>
          <a:prstGeom prst="rect">
            <a:avLst/>
          </a:prstGeom>
          <a:noFill/>
          <a:ln>
            <a:noFill/>
          </a:ln>
        </p:spPr>
        <p:txBody>
          <a:bodyPr spcFirstLastPara="1" wrap="square" lIns="0" tIns="0" rIns="0" bIns="0" anchor="t">
            <a:noAutofit/>
          </a:bodyPr>
          <a:lstStyle>
            <a:defPPr algn="l">
              <a:defRPr sz="3525" b="1">
                <a:solidFill>
                  <a:srgbClr val="3F299A"/>
                </a:solidFill>
                <a:latin typeface="Roboto"/>
                <a:ea typeface="Roboto"/>
                <a:cs typeface="Roboto"/>
              </a:defRPr>
            </a:defPPr>
            <a:lvl1pPr algn="l">
              <a:buNone/>
              <a:defRPr sz="3525" b="1">
                <a:solidFill>
                  <a:srgbClr val="3F299A"/>
                </a:solidFill>
                <a:latin typeface="Roboto"/>
                <a:ea typeface="Roboto"/>
                <a:cs typeface="Roboto"/>
              </a:defRPr>
            </a:lvl1pPr>
            <a:lvl2pPr algn="l">
              <a:buNone/>
              <a:defRPr sz="3525" b="1">
                <a:solidFill>
                  <a:srgbClr val="3F299A"/>
                </a:solidFill>
                <a:latin typeface="Roboto"/>
                <a:ea typeface="Roboto"/>
                <a:cs typeface="Roboto"/>
              </a:defRPr>
            </a:lvl2pPr>
            <a:lvl3pPr algn="l">
              <a:buNone/>
              <a:defRPr sz="3525" b="1">
                <a:solidFill>
                  <a:srgbClr val="3F299A"/>
                </a:solidFill>
                <a:latin typeface="Roboto"/>
                <a:ea typeface="Roboto"/>
                <a:cs typeface="Roboto"/>
              </a:defRPr>
            </a:lvl3pPr>
            <a:lvl4pPr algn="l">
              <a:buNone/>
              <a:defRPr sz="3525" b="1">
                <a:solidFill>
                  <a:srgbClr val="3F299A"/>
                </a:solidFill>
                <a:latin typeface="Roboto"/>
                <a:ea typeface="Roboto"/>
                <a:cs typeface="Roboto"/>
              </a:defRPr>
            </a:lvl4pPr>
            <a:lvl5pPr algn="l">
              <a:buNone/>
              <a:defRPr sz="3525" b="1">
                <a:solidFill>
                  <a:srgbClr val="3F299A"/>
                </a:solidFill>
                <a:latin typeface="Roboto"/>
                <a:ea typeface="Roboto"/>
                <a:cs typeface="Roboto"/>
              </a:defRPr>
            </a:lvl5pPr>
            <a:lvl6pPr algn="l">
              <a:buNone/>
              <a:defRPr sz="3525" b="1">
                <a:solidFill>
                  <a:srgbClr val="3F299A"/>
                </a:solidFill>
                <a:latin typeface="Roboto"/>
                <a:ea typeface="Roboto"/>
                <a:cs typeface="Roboto"/>
              </a:defRPr>
            </a:lvl6pPr>
            <a:lvl7pPr algn="l">
              <a:buNone/>
              <a:defRPr sz="3525" b="1">
                <a:solidFill>
                  <a:srgbClr val="3F299A"/>
                </a:solidFill>
                <a:latin typeface="Roboto"/>
                <a:ea typeface="Roboto"/>
                <a:cs typeface="Roboto"/>
              </a:defRPr>
            </a:lvl7pPr>
            <a:lvl8pPr algn="l">
              <a:buNone/>
              <a:defRPr sz="3525" b="1">
                <a:solidFill>
                  <a:srgbClr val="3F299A"/>
                </a:solidFill>
                <a:latin typeface="Roboto"/>
                <a:ea typeface="Roboto"/>
                <a:cs typeface="Roboto"/>
              </a:defRPr>
            </a:lvl8pPr>
            <a:lvl9pPr algn="l">
              <a:buNone/>
              <a:defRPr sz="3525" b="1">
                <a:solidFill>
                  <a:srgbClr val="3F299A"/>
                </a:solidFill>
                <a:latin typeface="Roboto"/>
                <a:ea typeface="Roboto"/>
                <a:cs typeface="Roboto"/>
              </a:defRPr>
            </a:lvl9pPr>
          </a:lstStyle>
          <a:p>
            <a:pPr marL="0" lvl="0" indent="0" algn="l">
              <a:lnSpc>
                <a:spcPct val="80000"/>
              </a:lnSpc>
              <a:spcBef>
                <a:spcPts val="0"/>
              </a:spcBef>
              <a:spcAft>
                <a:spcPts val="0"/>
              </a:spcAft>
              <a:buNone/>
              <a:defRPr sz="3525" b="1">
                <a:solidFill>
                  <a:srgbClr val="3F299A"/>
                </a:solidFill>
                <a:latin typeface="Roboto"/>
                <a:ea typeface="Roboto"/>
                <a:cs typeface="Roboto"/>
              </a:defRPr>
            </a:pPr>
            <a:r>
              <a:rPr lang="ru-RU" dirty="0"/>
              <a:t>Алексей Петрищев</a:t>
            </a:r>
            <a:endParaRPr sz="2300" b="1" dirty="0">
              <a:solidFill>
                <a:srgbClr val="3F299A"/>
              </a:solidFill>
              <a:latin typeface="Roboto"/>
              <a:ea typeface="Roboto"/>
              <a:cs typeface="Roboto"/>
            </a:endParaRPr>
          </a:p>
        </p:txBody>
      </p:sp>
      <p:sp>
        <p:nvSpPr>
          <p:cNvPr id="166" name="Google Shape;166;p37">
            <a:extLst>
              <a:ext uri="{FF2B5EF4-FFF2-40B4-BE49-F238E27FC236}">
                <a16:creationId xmlns:a16="http://schemas.microsoft.com/office/drawing/2014/main" id="{7C727A48-BF48-4311-807D-37CF08E81928}"/>
              </a:ext>
            </a:extLst>
          </p:cNvPr>
          <p:cNvSpPr>
            <a:spLocks noGrp="1"/>
          </p:cNvSpPr>
          <p:nvPr/>
        </p:nvSpPr>
        <p:spPr>
          <a:xfrm>
            <a:off x="647700" y="2340864"/>
            <a:ext cx="7677316" cy="1021461"/>
          </a:xfrm>
          <a:prstGeom prst="rect">
            <a:avLst/>
          </a:prstGeom>
          <a:noFill/>
          <a:ln>
            <a:noFill/>
          </a:ln>
        </p:spPr>
        <p:txBody>
          <a:bodyPr spcFirstLastPara="1" wrap="square" lIns="0" tIns="0" rIns="0" bIns="0" anchor="t">
            <a:noAutofit/>
          </a:bodyPr>
          <a:lstStyle>
            <a:defPPr algn="l">
              <a:defRPr sz="2175">
                <a:solidFill>
                  <a:srgbClr val="171717"/>
                </a:solidFill>
                <a:latin typeface="Roboto Medium"/>
                <a:ea typeface="Roboto Medium"/>
                <a:cs typeface="Roboto Medium"/>
              </a:defRPr>
            </a:defPPr>
            <a:lvl1pPr algn="l">
              <a:buNone/>
              <a:defRPr sz="2175">
                <a:solidFill>
                  <a:srgbClr val="171717"/>
                </a:solidFill>
                <a:latin typeface="Roboto Medium"/>
                <a:ea typeface="Roboto Medium"/>
                <a:cs typeface="Roboto Medium"/>
              </a:defRPr>
            </a:lvl1pPr>
            <a:lvl2pPr algn="l">
              <a:buNone/>
              <a:defRPr sz="2175">
                <a:solidFill>
                  <a:srgbClr val="171717"/>
                </a:solidFill>
                <a:latin typeface="Roboto Medium"/>
                <a:ea typeface="Roboto Medium"/>
                <a:cs typeface="Roboto Medium"/>
              </a:defRPr>
            </a:lvl2pPr>
            <a:lvl3pPr algn="l">
              <a:buNone/>
              <a:defRPr sz="2175">
                <a:solidFill>
                  <a:srgbClr val="171717"/>
                </a:solidFill>
                <a:latin typeface="Roboto Medium"/>
                <a:ea typeface="Roboto Medium"/>
                <a:cs typeface="Roboto Medium"/>
              </a:defRPr>
            </a:lvl3pPr>
            <a:lvl4pPr algn="l">
              <a:buNone/>
              <a:defRPr sz="2175">
                <a:solidFill>
                  <a:srgbClr val="171717"/>
                </a:solidFill>
                <a:latin typeface="Roboto Medium"/>
                <a:ea typeface="Roboto Medium"/>
                <a:cs typeface="Roboto Medium"/>
              </a:defRPr>
            </a:lvl4pPr>
            <a:lvl5pPr algn="l">
              <a:buNone/>
              <a:defRPr sz="2175">
                <a:solidFill>
                  <a:srgbClr val="171717"/>
                </a:solidFill>
                <a:latin typeface="Roboto Medium"/>
                <a:ea typeface="Roboto Medium"/>
                <a:cs typeface="Roboto Medium"/>
              </a:defRPr>
            </a:lvl5pPr>
            <a:lvl6pPr algn="l">
              <a:buNone/>
              <a:defRPr sz="2175">
                <a:solidFill>
                  <a:srgbClr val="171717"/>
                </a:solidFill>
                <a:latin typeface="Roboto Medium"/>
                <a:ea typeface="Roboto Medium"/>
                <a:cs typeface="Roboto Medium"/>
              </a:defRPr>
            </a:lvl6pPr>
            <a:lvl7pPr algn="l">
              <a:buNone/>
              <a:defRPr sz="2175">
                <a:solidFill>
                  <a:srgbClr val="171717"/>
                </a:solidFill>
                <a:latin typeface="Roboto Medium"/>
                <a:ea typeface="Roboto Medium"/>
                <a:cs typeface="Roboto Medium"/>
              </a:defRPr>
            </a:lvl7pPr>
            <a:lvl8pPr algn="l">
              <a:buNone/>
              <a:defRPr sz="2175">
                <a:solidFill>
                  <a:srgbClr val="171717"/>
                </a:solidFill>
                <a:latin typeface="Roboto Medium"/>
                <a:ea typeface="Roboto Medium"/>
                <a:cs typeface="Roboto Medium"/>
              </a:defRPr>
            </a:lvl8pPr>
            <a:lvl9pPr algn="l">
              <a:buNone/>
              <a:defRPr sz="2175">
                <a:solidFill>
                  <a:srgbClr val="171717"/>
                </a:solidFill>
                <a:latin typeface="Roboto Medium"/>
                <a:ea typeface="Roboto Medium"/>
                <a:cs typeface="Roboto Medium"/>
              </a:defRPr>
            </a:lvl9pPr>
          </a:lstStyle>
          <a:p>
            <a:pPr marL="0" lvl="0" indent="0" algn="l">
              <a:lnSpc>
                <a:spcPct val="120000"/>
              </a:lnSpc>
              <a:spcBef>
                <a:spcPts val="0"/>
              </a:spcBef>
              <a:spcAft>
                <a:spcPts val="0"/>
              </a:spcAft>
              <a:buNone/>
              <a:defRPr sz="2175">
                <a:solidFill>
                  <a:srgbClr val="171717"/>
                </a:solidFill>
                <a:latin typeface="Roboto Medium"/>
                <a:ea typeface="Roboto Medium"/>
                <a:cs typeface="Roboto Medium"/>
              </a:defRPr>
            </a:pPr>
            <a:r>
              <a:rPr sz="2175" dirty="0" err="1">
                <a:solidFill>
                  <a:srgbClr val="171717"/>
                </a:solidFill>
                <a:latin typeface="Roboto Medium"/>
                <a:ea typeface="Roboto Medium"/>
                <a:cs typeface="Roboto Medium"/>
              </a:rPr>
              <a:t>Системный</a:t>
            </a:r>
            <a:r>
              <a:rPr sz="2175" dirty="0">
                <a:solidFill>
                  <a:srgbClr val="171717"/>
                </a:solidFill>
                <a:latin typeface="Roboto Medium"/>
                <a:ea typeface="Roboto Medium"/>
                <a:cs typeface="Roboto Medium"/>
              </a:rPr>
              <a:t> </a:t>
            </a:r>
            <a:r>
              <a:rPr sz="2175" dirty="0" err="1">
                <a:solidFill>
                  <a:srgbClr val="171717"/>
                </a:solidFill>
                <a:latin typeface="Roboto Medium"/>
                <a:ea typeface="Roboto Medium"/>
                <a:cs typeface="Roboto Medium"/>
              </a:rPr>
              <a:t>аналитик</a:t>
            </a:r>
            <a:r>
              <a:rPr lang="ru-RU" sz="2175" dirty="0">
                <a:solidFill>
                  <a:srgbClr val="171717"/>
                </a:solidFill>
                <a:latin typeface="Roboto Medium"/>
                <a:ea typeface="Roboto Medium"/>
                <a:cs typeface="Roboto Medium"/>
              </a:rPr>
              <a:t> </a:t>
            </a:r>
            <a:br>
              <a:rPr lang="ru-RU" sz="2175" dirty="0">
                <a:solidFill>
                  <a:srgbClr val="171717"/>
                </a:solidFill>
                <a:latin typeface="Roboto Medium"/>
                <a:ea typeface="Roboto Medium"/>
                <a:cs typeface="Roboto Medium"/>
              </a:rPr>
            </a:br>
            <a:r>
              <a:rPr lang="ru-RU" sz="1400" dirty="0">
                <a:solidFill>
                  <a:srgbClr val="171717"/>
                </a:solidFill>
                <a:latin typeface="Roboto Medium"/>
                <a:ea typeface="Roboto Medium"/>
                <a:cs typeface="Roboto Medium"/>
              </a:rPr>
              <a:t>работаю в системном интеграторе</a:t>
            </a:r>
            <a:br>
              <a:rPr lang="ru-RU" sz="1400" dirty="0">
                <a:solidFill>
                  <a:srgbClr val="171717"/>
                </a:solidFill>
                <a:latin typeface="Roboto Medium"/>
                <a:ea typeface="Roboto Medium"/>
                <a:cs typeface="Roboto Medium"/>
              </a:rPr>
            </a:br>
            <a:r>
              <a:rPr lang="ru-RU" sz="1400" dirty="0">
                <a:solidFill>
                  <a:srgbClr val="171717"/>
                </a:solidFill>
                <a:latin typeface="Roboto Medium"/>
                <a:ea typeface="Roboto Medium"/>
                <a:cs typeface="Roboto Medium"/>
              </a:rPr>
              <a:t>проектирование и разработка отраслевого ПО в авиации </a:t>
            </a:r>
            <a:br>
              <a:rPr lang="ru-RU" sz="2175" dirty="0">
                <a:solidFill>
                  <a:srgbClr val="171717"/>
                </a:solidFill>
                <a:latin typeface="Roboto Medium"/>
                <a:ea typeface="Roboto Medium"/>
                <a:cs typeface="Roboto Medium"/>
              </a:rPr>
            </a:br>
            <a:endParaRPr sz="1300" dirty="0">
              <a:solidFill>
                <a:srgbClr val="000000"/>
              </a:solidFill>
              <a:latin typeface="Roboto Medium"/>
              <a:ea typeface="Roboto Medium"/>
              <a:cs typeface="Roboto Medium"/>
            </a:endParaRPr>
          </a:p>
        </p:txBody>
      </p:sp>
      <p:sp>
        <p:nvSpPr>
          <p:cNvPr id="167" name="Задача: подготовка текстовых полей CRM&#10;к передаче и ана">
            <a:extLst>
              <a:ext uri="{FF2B5EF4-FFF2-40B4-BE49-F238E27FC236}">
                <a16:creationId xmlns:a16="http://schemas.microsoft.com/office/drawing/2014/main" id="{B8771A73-DF6B-4AB9-A42F-1DC059C43A96}"/>
              </a:ext>
            </a:extLst>
          </p:cNvPr>
          <p:cNvSpPr>
            <a:spLocks noGrp="1"/>
          </p:cNvSpPr>
          <p:nvPr/>
        </p:nvSpPr>
        <p:spPr>
          <a:xfrm>
            <a:off x="647700" y="3419475"/>
            <a:ext cx="7620000" cy="857250"/>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buNone/>
              <a:defRPr sz="1875">
                <a:solidFill>
                  <a:srgbClr val="171717"/>
                </a:solidFill>
                <a:latin typeface="Roboto"/>
                <a:ea typeface="Roboto"/>
                <a:cs typeface="Roboto"/>
              </a:defRPr>
            </a:lvl1pPr>
            <a:lvl2pPr algn="l">
              <a:buNone/>
              <a:defRPr sz="1875">
                <a:solidFill>
                  <a:srgbClr val="171717"/>
                </a:solidFill>
                <a:latin typeface="Roboto"/>
                <a:ea typeface="Roboto"/>
                <a:cs typeface="Roboto"/>
              </a:defRPr>
            </a:lvl2pPr>
            <a:lvl3pPr algn="l">
              <a:buNone/>
              <a:defRPr sz="1875">
                <a:solidFill>
                  <a:srgbClr val="171717"/>
                </a:solidFill>
                <a:latin typeface="Roboto"/>
                <a:ea typeface="Roboto"/>
                <a:cs typeface="Roboto"/>
              </a:defRPr>
            </a:lvl3pPr>
            <a:lvl4pPr algn="l">
              <a:buNone/>
              <a:defRPr sz="1875">
                <a:solidFill>
                  <a:srgbClr val="171717"/>
                </a:solidFill>
                <a:latin typeface="Roboto"/>
                <a:ea typeface="Roboto"/>
                <a:cs typeface="Roboto"/>
              </a:defRPr>
            </a:lvl4pPr>
            <a:lvl5pPr algn="l">
              <a:buNone/>
              <a:defRPr sz="1875">
                <a:solidFill>
                  <a:srgbClr val="171717"/>
                </a:solidFill>
                <a:latin typeface="Roboto"/>
                <a:ea typeface="Roboto"/>
                <a:cs typeface="Roboto"/>
              </a:defRPr>
            </a:lvl5pPr>
            <a:lvl6pPr algn="l">
              <a:buNone/>
              <a:defRPr sz="1875">
                <a:solidFill>
                  <a:srgbClr val="171717"/>
                </a:solidFill>
                <a:latin typeface="Roboto"/>
                <a:ea typeface="Roboto"/>
                <a:cs typeface="Roboto"/>
              </a:defRPr>
            </a:lvl6pPr>
            <a:lvl7pPr algn="l">
              <a:buNone/>
              <a:defRPr sz="1875">
                <a:solidFill>
                  <a:srgbClr val="171717"/>
                </a:solidFill>
                <a:latin typeface="Roboto"/>
                <a:ea typeface="Roboto"/>
                <a:cs typeface="Roboto"/>
              </a:defRPr>
            </a:lvl7pPr>
            <a:lvl8pPr algn="l">
              <a:buNone/>
              <a:defRPr sz="1875">
                <a:solidFill>
                  <a:srgbClr val="171717"/>
                </a:solidFill>
                <a:latin typeface="Roboto"/>
                <a:ea typeface="Roboto"/>
                <a:cs typeface="Roboto"/>
              </a:defRPr>
            </a:lvl8pPr>
            <a:lvl9pPr algn="l">
              <a:buNone/>
              <a:defRPr sz="1875">
                <a:solidFill>
                  <a:srgbClr val="171717"/>
                </a:solidFill>
                <a:latin typeface="Roboto"/>
                <a:ea typeface="Roboto"/>
                <a:cs typeface="Roboto"/>
              </a:defRPr>
            </a:lvl9pPr>
          </a:lstStyle>
          <a:p>
            <a:pPr algn="l">
              <a:buNone/>
              <a:defRPr sz="1875">
                <a:solidFill>
                  <a:srgbClr val="171717"/>
                </a:solidFill>
                <a:latin typeface="Roboto"/>
                <a:ea typeface="Roboto"/>
                <a:cs typeface="Roboto"/>
              </a:defRPr>
            </a:pPr>
            <a:r>
              <a:rPr sz="1875" dirty="0" err="1">
                <a:solidFill>
                  <a:srgbClr val="171717"/>
                </a:solidFill>
                <a:latin typeface="Roboto"/>
                <a:ea typeface="Roboto"/>
                <a:cs typeface="Roboto"/>
              </a:rPr>
              <a:t>Задача</a:t>
            </a:r>
            <a:r>
              <a:rPr sz="1875" dirty="0">
                <a:solidFill>
                  <a:srgbClr val="171717"/>
                </a:solidFill>
                <a:latin typeface="Roboto"/>
                <a:ea typeface="Roboto"/>
                <a:cs typeface="Roboto"/>
              </a:rPr>
              <a:t>: </a:t>
            </a:r>
            <a:r>
              <a:rPr sz="1875" dirty="0" err="1">
                <a:solidFill>
                  <a:srgbClr val="171717"/>
                </a:solidFill>
                <a:latin typeface="Roboto"/>
                <a:ea typeface="Roboto"/>
                <a:cs typeface="Roboto"/>
              </a:rPr>
              <a:t>подготовка</a:t>
            </a:r>
            <a:r>
              <a:rPr sz="1875" dirty="0">
                <a:solidFill>
                  <a:srgbClr val="171717"/>
                </a:solidFill>
                <a:latin typeface="Roboto"/>
                <a:ea typeface="Roboto"/>
                <a:cs typeface="Roboto"/>
              </a:rPr>
              <a:t> Excel-</a:t>
            </a:r>
            <a:r>
              <a:rPr sz="1875" dirty="0" err="1">
                <a:solidFill>
                  <a:srgbClr val="171717"/>
                </a:solidFill>
                <a:latin typeface="Roboto"/>
                <a:ea typeface="Roboto"/>
                <a:cs typeface="Roboto"/>
              </a:rPr>
              <a:t>выгрузок</a:t>
            </a:r>
            <a:r>
              <a:rPr sz="1875" dirty="0">
                <a:solidFill>
                  <a:srgbClr val="171717"/>
                </a:solidFill>
                <a:latin typeface="Roboto"/>
                <a:ea typeface="Roboto"/>
                <a:cs typeface="Roboto"/>
              </a:rPr>
              <a:t> </a:t>
            </a:r>
            <a:r>
              <a:rPr sz="1875" dirty="0" err="1">
                <a:solidFill>
                  <a:srgbClr val="171717"/>
                </a:solidFill>
                <a:latin typeface="Roboto"/>
                <a:ea typeface="Roboto"/>
                <a:cs typeface="Roboto"/>
              </a:rPr>
              <a:t>из</a:t>
            </a:r>
            <a:r>
              <a:rPr sz="1875" dirty="0">
                <a:solidFill>
                  <a:srgbClr val="171717"/>
                </a:solidFill>
                <a:latin typeface="Roboto"/>
                <a:ea typeface="Roboto"/>
                <a:cs typeface="Roboto"/>
              </a:rPr>
              <a:t> CRM</a:t>
            </a:r>
          </a:p>
          <a:p>
            <a:pPr algn="l">
              <a:buNone/>
              <a:defRPr sz="1875">
                <a:solidFill>
                  <a:srgbClr val="171717"/>
                </a:solidFill>
                <a:latin typeface="Roboto"/>
                <a:ea typeface="Roboto"/>
                <a:cs typeface="Roboto"/>
              </a:defRPr>
            </a:pPr>
            <a:r>
              <a:rPr sz="1875" dirty="0" err="1">
                <a:solidFill>
                  <a:srgbClr val="171717"/>
                </a:solidFill>
                <a:latin typeface="Roboto"/>
                <a:ea typeface="Roboto"/>
                <a:cs typeface="Roboto"/>
              </a:rPr>
              <a:t>к</a:t>
            </a:r>
            <a:r>
              <a:rPr sz="1875" dirty="0">
                <a:solidFill>
                  <a:srgbClr val="171717"/>
                </a:solidFill>
                <a:latin typeface="Roboto"/>
                <a:ea typeface="Roboto"/>
                <a:cs typeface="Roboto"/>
              </a:rPr>
              <a:t> </a:t>
            </a:r>
            <a:r>
              <a:rPr sz="1875" dirty="0" err="1">
                <a:solidFill>
                  <a:srgbClr val="171717"/>
                </a:solidFill>
                <a:latin typeface="Roboto"/>
                <a:ea typeface="Roboto"/>
                <a:cs typeface="Roboto"/>
              </a:rPr>
              <a:t>передаче</a:t>
            </a:r>
            <a:r>
              <a:rPr sz="1875" dirty="0">
                <a:solidFill>
                  <a:srgbClr val="171717"/>
                </a:solidFill>
                <a:latin typeface="Roboto"/>
                <a:ea typeface="Roboto"/>
                <a:cs typeface="Roboto"/>
              </a:rPr>
              <a:t> </a:t>
            </a:r>
            <a:r>
              <a:rPr sz="1875" dirty="0" err="1">
                <a:solidFill>
                  <a:srgbClr val="171717"/>
                </a:solidFill>
                <a:latin typeface="Roboto"/>
                <a:ea typeface="Roboto"/>
                <a:cs typeface="Roboto"/>
              </a:rPr>
              <a:t>и</a:t>
            </a:r>
            <a:r>
              <a:rPr sz="1875" dirty="0">
                <a:solidFill>
                  <a:srgbClr val="171717"/>
                </a:solidFill>
                <a:latin typeface="Roboto"/>
                <a:ea typeface="Roboto"/>
                <a:cs typeface="Roboto"/>
              </a:rPr>
              <a:t> </a:t>
            </a:r>
            <a:r>
              <a:rPr sz="1875" dirty="0" err="1">
                <a:solidFill>
                  <a:srgbClr val="171717"/>
                </a:solidFill>
                <a:latin typeface="Roboto"/>
                <a:ea typeface="Roboto"/>
                <a:cs typeface="Roboto"/>
              </a:rPr>
              <a:t>анализу</a:t>
            </a:r>
            <a:r>
              <a:rPr sz="1875" dirty="0">
                <a:solidFill>
                  <a:srgbClr val="171717"/>
                </a:solidFill>
                <a:latin typeface="Roboto"/>
                <a:ea typeface="Roboto"/>
                <a:cs typeface="Roboto"/>
              </a:rPr>
              <a:t> </a:t>
            </a:r>
            <a:r>
              <a:rPr sz="1875" dirty="0" err="1">
                <a:solidFill>
                  <a:srgbClr val="171717"/>
                </a:solidFill>
                <a:latin typeface="Roboto"/>
                <a:ea typeface="Roboto"/>
                <a:cs typeface="Roboto"/>
              </a:rPr>
              <a:t>с</a:t>
            </a:r>
            <a:r>
              <a:rPr sz="1875" dirty="0">
                <a:solidFill>
                  <a:srgbClr val="171717"/>
                </a:solidFill>
                <a:latin typeface="Roboto"/>
                <a:ea typeface="Roboto"/>
                <a:cs typeface="Roboto"/>
              </a:rPr>
              <a:t> </a:t>
            </a:r>
            <a:r>
              <a:rPr sz="1875" dirty="0" err="1">
                <a:solidFill>
                  <a:srgbClr val="171717"/>
                </a:solidFill>
                <a:latin typeface="Roboto"/>
                <a:ea typeface="Roboto"/>
                <a:cs typeface="Roboto"/>
              </a:rPr>
              <a:t>маскировкой</a:t>
            </a:r>
            <a:r>
              <a:rPr sz="1875" dirty="0">
                <a:solidFill>
                  <a:srgbClr val="171717"/>
                </a:solidFill>
                <a:latin typeface="Roboto"/>
                <a:ea typeface="Roboto"/>
                <a:cs typeface="Roboto"/>
              </a:rPr>
              <a:t> </a:t>
            </a:r>
            <a:r>
              <a:rPr sz="1875" dirty="0" err="1">
                <a:solidFill>
                  <a:srgbClr val="171717"/>
                </a:solidFill>
                <a:latin typeface="Roboto"/>
                <a:ea typeface="Roboto"/>
                <a:cs typeface="Roboto"/>
              </a:rPr>
              <a:t>сущностей</a:t>
            </a:r>
            <a:endParaRPr sz="1875" dirty="0">
              <a:solidFill>
                <a:srgbClr val="171717"/>
              </a:solidFill>
              <a:latin typeface="Roboto"/>
              <a:ea typeface="Roboto"/>
              <a:cs typeface="Roboto"/>
            </a:endParaRPr>
          </a:p>
        </p:txBody>
      </p:sp>
    </p:spTree>
    <p:extLst>
      <p:ext uri="{BB962C8B-B14F-4D97-AF65-F5344CB8AC3E}">
        <p14:creationId xmlns:p14="http://schemas.microsoft.com/office/powerpoint/2010/main" val="47224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Google Shape;185;p39">
            <a:extLst>
              <a:ext uri="{FF2B5EF4-FFF2-40B4-BE49-F238E27FC236}">
                <a16:creationId xmlns:a16="http://schemas.microsoft.com/office/drawing/2014/main" id="{47F00F64-563E-4C42-8951-F5753C36D693}"/>
              </a:ext>
            </a:extLst>
          </p:cNvPr>
          <p:cNvSpPr>
            <a:spLocks noGrp="1"/>
          </p:cNvSpPr>
          <p:nvPr/>
        </p:nvSpPr>
        <p:spPr>
          <a:xfrm>
            <a:off x="600075" y="428625"/>
            <a:ext cx="7905750" cy="762000"/>
          </a:xfrm>
          <a:prstGeom prst="rect">
            <a:avLst/>
          </a:prstGeom>
          <a:noFill/>
          <a:ln>
            <a:noFill/>
          </a:ln>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a:solidFill>
                  <a:srgbClr val="000000"/>
                </a:solidFill>
                <a:latin typeface="Roboto"/>
                <a:ea typeface="Roboto"/>
                <a:cs typeface="Roboto"/>
              </a:rPr>
              <a:t>Цель и задачи проекта</a:t>
            </a:r>
          </a:p>
        </p:txBody>
      </p:sp>
      <p:sp>
        <p:nvSpPr>
          <p:cNvPr id="187" name="Google Shape;187;p39">
            <a:extLst>
              <a:ext uri="{FF2B5EF4-FFF2-40B4-BE49-F238E27FC236}">
                <a16:creationId xmlns:a16="http://schemas.microsoft.com/office/drawing/2014/main" id="{276E175B-DF99-450F-905E-DB85CF3AAB54}"/>
              </a:ext>
            </a:extLst>
          </p:cNvPr>
          <p:cNvSpPr>
            <a:spLocks noGrp="1"/>
          </p:cNvSpPr>
          <p:nvPr/>
        </p:nvSpPr>
        <p:spPr>
          <a:xfrm>
            <a:off x="1114425" y="1452562"/>
            <a:ext cx="5476875" cy="523875"/>
          </a:xfrm>
          <a:prstGeom prst="roundRect">
            <a:avLst>
              <a:gd name="adj" fmla="val 16667"/>
            </a:avLst>
          </a:prstGeom>
          <a:solidFill>
            <a:schemeClr val="lt2"/>
          </a:solidFill>
          <a:ln>
            <a:noFill/>
          </a:ln>
          <a:effectLst>
            <a:outerShdw blurRad="57150" dist="19050" dir="5400000" algn="bl" rotWithShape="0">
              <a:srgbClr val="000000">
                <a:alpha val="50000"/>
              </a:srgbClr>
            </a:outerShdw>
          </a:effectLst>
        </p:spPr>
        <p:txBody>
          <a:bodyPr spcFirstLastPara="1"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Medium"/>
                <a:ea typeface="Roboto Medium"/>
                <a:cs typeface="Roboto Medium"/>
              </a:defRPr>
            </a:lvl1pPr>
            <a:lvl2pPr algn="l">
              <a:buNone/>
              <a:defRPr sz="1650">
                <a:solidFill>
                  <a:srgbClr val="171717"/>
                </a:solidFill>
                <a:latin typeface="Roboto Medium"/>
                <a:ea typeface="Roboto Medium"/>
                <a:cs typeface="Roboto Medium"/>
              </a:defRPr>
            </a:lvl2pPr>
            <a:lvl3pPr algn="l">
              <a:buNone/>
              <a:defRPr sz="1650">
                <a:solidFill>
                  <a:srgbClr val="171717"/>
                </a:solidFill>
                <a:latin typeface="Roboto Medium"/>
                <a:ea typeface="Roboto Medium"/>
                <a:cs typeface="Roboto Medium"/>
              </a:defRPr>
            </a:lvl3pPr>
            <a:lvl4pPr algn="l">
              <a:buNone/>
              <a:defRPr sz="1650">
                <a:solidFill>
                  <a:srgbClr val="171717"/>
                </a:solidFill>
                <a:latin typeface="Roboto Medium"/>
                <a:ea typeface="Roboto Medium"/>
                <a:cs typeface="Roboto Medium"/>
              </a:defRPr>
            </a:lvl4pPr>
            <a:lvl5pPr algn="l">
              <a:buNone/>
              <a:defRPr sz="1650">
                <a:solidFill>
                  <a:srgbClr val="171717"/>
                </a:solidFill>
                <a:latin typeface="Roboto Medium"/>
                <a:ea typeface="Roboto Medium"/>
                <a:cs typeface="Roboto Medium"/>
              </a:defRPr>
            </a:lvl5pPr>
            <a:lvl6pPr algn="l">
              <a:buNone/>
              <a:defRPr sz="1650">
                <a:solidFill>
                  <a:srgbClr val="171717"/>
                </a:solidFill>
                <a:latin typeface="Roboto Medium"/>
                <a:ea typeface="Roboto Medium"/>
                <a:cs typeface="Roboto Medium"/>
              </a:defRPr>
            </a:lvl6pPr>
            <a:lvl7pPr algn="l">
              <a:buNone/>
              <a:defRPr sz="1650">
                <a:solidFill>
                  <a:srgbClr val="171717"/>
                </a:solidFill>
                <a:latin typeface="Roboto Medium"/>
                <a:ea typeface="Roboto Medium"/>
                <a:cs typeface="Roboto Medium"/>
              </a:defRPr>
            </a:lvl7pPr>
            <a:lvl8pPr algn="l">
              <a:buNone/>
              <a:defRPr sz="1650">
                <a:solidFill>
                  <a:srgbClr val="171717"/>
                </a:solidFill>
                <a:latin typeface="Roboto Medium"/>
                <a:ea typeface="Roboto Medium"/>
                <a:cs typeface="Roboto Medium"/>
              </a:defRPr>
            </a:lvl8pPr>
            <a:lvl9pPr algn="l">
              <a:buNone/>
              <a:defRPr sz="1650">
                <a:solidFill>
                  <a:srgbClr val="171717"/>
                </a:solidFill>
                <a:latin typeface="Roboto Medium"/>
                <a:ea typeface="Roboto Medium"/>
                <a:cs typeface="Roboto Medium"/>
              </a:defRPr>
            </a:lvl9pPr>
          </a:lstStyle>
          <a:p>
            <a:pPr marL="0" lvl="0" indent="0" algn="l">
              <a:spcBef>
                <a:spcPts val="0"/>
              </a:spcBef>
              <a:spcAft>
                <a:spcPts val="0"/>
              </a:spcAft>
              <a:buNone/>
              <a:defRPr sz="1650">
                <a:solidFill>
                  <a:srgbClr val="171717"/>
                </a:solidFill>
                <a:latin typeface="Roboto"/>
                <a:ea typeface="Roboto"/>
                <a:cs typeface="Roboto"/>
              </a:defRPr>
            </a:pPr>
            <a:r>
              <a:rPr sz="1650" dirty="0" err="1">
                <a:solidFill>
                  <a:srgbClr val="171717"/>
                </a:solidFill>
                <a:latin typeface="Roboto"/>
                <a:ea typeface="Roboto"/>
                <a:cs typeface="Roboto"/>
              </a:rPr>
              <a:t>Находить</a:t>
            </a:r>
            <a:r>
              <a:rPr sz="1650" dirty="0">
                <a:solidFill>
                  <a:srgbClr val="171717"/>
                </a:solidFill>
                <a:latin typeface="Roboto"/>
                <a:ea typeface="Roboto"/>
                <a:cs typeface="Roboto"/>
              </a:rPr>
              <a:t> </a:t>
            </a:r>
            <a:r>
              <a:rPr sz="1650" dirty="0" err="1">
                <a:solidFill>
                  <a:srgbClr val="171717"/>
                </a:solidFill>
                <a:latin typeface="Roboto"/>
                <a:ea typeface="Roboto"/>
                <a:cs typeface="Roboto"/>
              </a:rPr>
              <a:t>и</a:t>
            </a:r>
            <a:r>
              <a:rPr sz="1650" dirty="0">
                <a:solidFill>
                  <a:srgbClr val="171717"/>
                </a:solidFill>
                <a:latin typeface="Roboto"/>
                <a:ea typeface="Roboto"/>
                <a:cs typeface="Roboto"/>
              </a:rPr>
              <a:t> </a:t>
            </a:r>
            <a:r>
              <a:rPr sz="1650" dirty="0" err="1">
                <a:solidFill>
                  <a:srgbClr val="171717"/>
                </a:solidFill>
                <a:latin typeface="Roboto"/>
                <a:ea typeface="Roboto"/>
                <a:cs typeface="Roboto"/>
              </a:rPr>
              <a:t>маскировать</a:t>
            </a:r>
            <a:r>
              <a:rPr sz="1650" dirty="0">
                <a:solidFill>
                  <a:srgbClr val="171717"/>
                </a:solidFill>
                <a:latin typeface="Roboto"/>
                <a:ea typeface="Roboto"/>
                <a:cs typeface="Roboto"/>
              </a:rPr>
              <a:t> ФИО </a:t>
            </a:r>
            <a:r>
              <a:rPr sz="1650" dirty="0" err="1">
                <a:solidFill>
                  <a:srgbClr val="171717"/>
                </a:solidFill>
                <a:latin typeface="Roboto"/>
                <a:ea typeface="Roboto"/>
                <a:cs typeface="Roboto"/>
              </a:rPr>
              <a:t>и</a:t>
            </a:r>
            <a:r>
              <a:rPr sz="1650" dirty="0">
                <a:solidFill>
                  <a:srgbClr val="171717"/>
                </a:solidFill>
                <a:latin typeface="Roboto"/>
                <a:ea typeface="Roboto"/>
                <a:cs typeface="Roboto"/>
              </a:rPr>
              <a:t> </a:t>
            </a:r>
            <a:r>
              <a:rPr sz="1650" dirty="0" err="1">
                <a:solidFill>
                  <a:srgbClr val="171717"/>
                </a:solidFill>
                <a:latin typeface="Roboto"/>
                <a:ea typeface="Roboto"/>
                <a:cs typeface="Roboto"/>
              </a:rPr>
              <a:t>организации</a:t>
            </a:r>
            <a:endParaRPr sz="1500" dirty="0">
              <a:solidFill>
                <a:schemeClr val="dk1"/>
              </a:solidFill>
              <a:latin typeface="Roboto Medium"/>
              <a:ea typeface="Roboto Medium"/>
              <a:cs typeface="Roboto Medium"/>
            </a:endParaRPr>
          </a:p>
          <a:p>
            <a:pPr marL="0" lvl="0" indent="0" algn="l">
              <a:spcBef>
                <a:spcPts val="0"/>
              </a:spcBef>
              <a:spcAft>
                <a:spcPts val="0"/>
              </a:spcAft>
              <a:buNone/>
              <a:defRPr sz="1650">
                <a:solidFill>
                  <a:srgbClr val="171717"/>
                </a:solidFill>
                <a:latin typeface="Roboto"/>
                <a:ea typeface="Roboto"/>
                <a:cs typeface="Roboto"/>
              </a:defRPr>
            </a:pPr>
            <a:r>
              <a:rPr sz="1650" dirty="0" err="1">
                <a:solidFill>
                  <a:srgbClr val="171717"/>
                </a:solidFill>
                <a:latin typeface="Roboto"/>
                <a:ea typeface="Roboto"/>
                <a:cs typeface="Roboto"/>
              </a:rPr>
              <a:t>в</a:t>
            </a:r>
            <a:r>
              <a:rPr sz="1650" dirty="0">
                <a:solidFill>
                  <a:srgbClr val="171717"/>
                </a:solidFill>
                <a:latin typeface="Roboto"/>
                <a:ea typeface="Roboto"/>
                <a:cs typeface="Roboto"/>
              </a:rPr>
              <a:t> </a:t>
            </a:r>
            <a:r>
              <a:rPr sz="1650" dirty="0" err="1">
                <a:solidFill>
                  <a:srgbClr val="171717"/>
                </a:solidFill>
                <a:latin typeface="Roboto"/>
                <a:ea typeface="Roboto"/>
                <a:cs typeface="Roboto"/>
              </a:rPr>
              <a:t>текстовых</a:t>
            </a:r>
            <a:r>
              <a:rPr sz="1650" dirty="0">
                <a:solidFill>
                  <a:srgbClr val="171717"/>
                </a:solidFill>
                <a:latin typeface="Roboto"/>
                <a:ea typeface="Roboto"/>
                <a:cs typeface="Roboto"/>
              </a:rPr>
              <a:t> </a:t>
            </a:r>
            <a:r>
              <a:rPr sz="1650" dirty="0" err="1">
                <a:solidFill>
                  <a:srgbClr val="171717"/>
                </a:solidFill>
                <a:latin typeface="Roboto"/>
                <a:ea typeface="Roboto"/>
                <a:cs typeface="Roboto"/>
              </a:rPr>
              <a:t>полях</a:t>
            </a:r>
            <a:r>
              <a:rPr sz="1650" dirty="0">
                <a:solidFill>
                  <a:srgbClr val="171717"/>
                </a:solidFill>
                <a:latin typeface="Roboto"/>
                <a:ea typeface="Roboto"/>
                <a:cs typeface="Roboto"/>
              </a:rPr>
              <a:t> Excel-</a:t>
            </a:r>
            <a:r>
              <a:rPr sz="1650" dirty="0" err="1">
                <a:solidFill>
                  <a:srgbClr val="171717"/>
                </a:solidFill>
                <a:latin typeface="Roboto"/>
                <a:ea typeface="Roboto"/>
                <a:cs typeface="Roboto"/>
              </a:rPr>
              <a:t>выгрузок</a:t>
            </a:r>
            <a:endParaRPr sz="1500" dirty="0">
              <a:latin typeface="Roboto Medium"/>
              <a:ea typeface="Roboto Medium"/>
              <a:cs typeface="Roboto Medium"/>
            </a:endParaRPr>
          </a:p>
        </p:txBody>
      </p:sp>
      <p:sp>
        <p:nvSpPr>
          <p:cNvPr id="188" name="1.">
            <a:extLst>
              <a:ext uri="{FF2B5EF4-FFF2-40B4-BE49-F238E27FC236}">
                <a16:creationId xmlns:a16="http://schemas.microsoft.com/office/drawing/2014/main" id="{A48645F6-5F09-4D98-830A-A22E3834D1B9}"/>
              </a:ext>
            </a:extLst>
          </p:cNvPr>
          <p:cNvSpPr>
            <a:spLocks noGrp="1"/>
          </p:cNvSpPr>
          <p:nvPr/>
        </p:nvSpPr>
        <p:spPr>
          <a:xfrm>
            <a:off x="1114425" y="2428875"/>
            <a:ext cx="361950" cy="4857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1.</a:t>
            </a:r>
          </a:p>
        </p:txBody>
      </p:sp>
      <p:sp>
        <p:nvSpPr>
          <p:cNvPr id="189" name="Подготовить данные и дообучить NER-модель">
            <a:extLst>
              <a:ext uri="{FF2B5EF4-FFF2-40B4-BE49-F238E27FC236}">
                <a16:creationId xmlns:a16="http://schemas.microsoft.com/office/drawing/2014/main" id="{951BD173-4ADF-427B-8EBD-26F20C58ABD1}"/>
              </a:ext>
            </a:extLst>
          </p:cNvPr>
          <p:cNvSpPr>
            <a:spLocks noGrp="1"/>
          </p:cNvSpPr>
          <p:nvPr/>
        </p:nvSpPr>
        <p:spPr>
          <a:xfrm>
            <a:off x="1609725" y="2428875"/>
            <a:ext cx="6457950" cy="4762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Подготовить данные и дообучить модель</a:t>
            </a:r>
          </a:p>
        </p:txBody>
      </p:sp>
      <p:sp>
        <p:nvSpPr>
          <p:cNvPr id="190" name="2.">
            <a:extLst>
              <a:ext uri="{FF2B5EF4-FFF2-40B4-BE49-F238E27FC236}">
                <a16:creationId xmlns:a16="http://schemas.microsoft.com/office/drawing/2014/main" id="{682F45C5-1682-4690-82BB-9E2D37C1156B}"/>
              </a:ext>
            </a:extLst>
          </p:cNvPr>
          <p:cNvSpPr>
            <a:spLocks noGrp="1"/>
          </p:cNvSpPr>
          <p:nvPr/>
        </p:nvSpPr>
        <p:spPr>
          <a:xfrm>
            <a:off x="1114425" y="2962275"/>
            <a:ext cx="361950" cy="4857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2.</a:t>
            </a:r>
          </a:p>
        </p:txBody>
      </p:sp>
      <p:sp>
        <p:nvSpPr>
          <p:cNvPr id="191" name="Измерить качество и разобрать ошибки">
            <a:extLst>
              <a:ext uri="{FF2B5EF4-FFF2-40B4-BE49-F238E27FC236}">
                <a16:creationId xmlns:a16="http://schemas.microsoft.com/office/drawing/2014/main" id="{1FC2D553-82D3-42B3-9017-D33FDC5ECA9F}"/>
              </a:ext>
            </a:extLst>
          </p:cNvPr>
          <p:cNvSpPr>
            <a:spLocks noGrp="1"/>
          </p:cNvSpPr>
          <p:nvPr/>
        </p:nvSpPr>
        <p:spPr>
          <a:xfrm>
            <a:off x="1609725" y="2962275"/>
            <a:ext cx="6457950" cy="4762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Измерить качество и разобрать ошибки</a:t>
            </a:r>
          </a:p>
        </p:txBody>
      </p:sp>
      <p:sp>
        <p:nvSpPr>
          <p:cNvPr id="192" name="3.">
            <a:extLst>
              <a:ext uri="{FF2B5EF4-FFF2-40B4-BE49-F238E27FC236}">
                <a16:creationId xmlns:a16="http://schemas.microsoft.com/office/drawing/2014/main" id="{FCE4E7AF-F77E-40EE-B70E-580711504402}"/>
              </a:ext>
            </a:extLst>
          </p:cNvPr>
          <p:cNvSpPr>
            <a:spLocks noGrp="1"/>
          </p:cNvSpPr>
          <p:nvPr/>
        </p:nvSpPr>
        <p:spPr>
          <a:xfrm>
            <a:off x="1114425" y="3495675"/>
            <a:ext cx="361950" cy="4857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3.</a:t>
            </a:r>
          </a:p>
        </p:txBody>
      </p:sp>
      <p:sp>
        <p:nvSpPr>
          <p:cNvPr id="193" name="Реализовать маскировку текста, CSV и Excel">
            <a:extLst>
              <a:ext uri="{FF2B5EF4-FFF2-40B4-BE49-F238E27FC236}">
                <a16:creationId xmlns:a16="http://schemas.microsoft.com/office/drawing/2014/main" id="{6CE433CD-B91F-41FA-BC4F-0879A574B070}"/>
              </a:ext>
            </a:extLst>
          </p:cNvPr>
          <p:cNvSpPr>
            <a:spLocks noGrp="1"/>
          </p:cNvSpPr>
          <p:nvPr/>
        </p:nvSpPr>
        <p:spPr>
          <a:xfrm>
            <a:off x="1609725" y="3495675"/>
            <a:ext cx="6457950" cy="4762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Реализовать маскировку текста, CSV и Excel</a:t>
            </a:r>
          </a:p>
        </p:txBody>
      </p:sp>
      <p:sp>
        <p:nvSpPr>
          <p:cNvPr id="194" name="4.">
            <a:extLst>
              <a:ext uri="{FF2B5EF4-FFF2-40B4-BE49-F238E27FC236}">
                <a16:creationId xmlns:a16="http://schemas.microsoft.com/office/drawing/2014/main" id="{A5BFE172-3ED9-42D8-9465-C4B5878B2A57}"/>
              </a:ext>
            </a:extLst>
          </p:cNvPr>
          <p:cNvSpPr>
            <a:spLocks noGrp="1"/>
          </p:cNvSpPr>
          <p:nvPr/>
        </p:nvSpPr>
        <p:spPr>
          <a:xfrm>
            <a:off x="1114425" y="4029075"/>
            <a:ext cx="361950" cy="4857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4.</a:t>
            </a:r>
          </a:p>
        </p:txBody>
      </p:sp>
      <p:sp>
        <p:nvSpPr>
          <p:cNvPr id="195" name="Проверить решение на CRM-данных">
            <a:extLst>
              <a:ext uri="{FF2B5EF4-FFF2-40B4-BE49-F238E27FC236}">
                <a16:creationId xmlns:a16="http://schemas.microsoft.com/office/drawing/2014/main" id="{F09D2C87-D6D4-4F89-B14E-9217B2D2D2D8}"/>
              </a:ext>
            </a:extLst>
          </p:cNvPr>
          <p:cNvSpPr>
            <a:spLocks noGrp="1"/>
          </p:cNvSpPr>
          <p:nvPr/>
        </p:nvSpPr>
        <p:spPr>
          <a:xfrm>
            <a:off x="1609725" y="4029075"/>
            <a:ext cx="6457950" cy="4762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Дообучить</a:t>
            </a:r>
            <a:r>
              <a:rPr sz="1650" dirty="0">
                <a:solidFill>
                  <a:srgbClr val="171717"/>
                </a:solidFill>
                <a:latin typeface="Roboto"/>
                <a:ea typeface="Roboto"/>
                <a:cs typeface="Roboto"/>
              </a:rPr>
              <a:t> </a:t>
            </a:r>
            <a:r>
              <a:rPr sz="1650" dirty="0" err="1">
                <a:solidFill>
                  <a:srgbClr val="171717"/>
                </a:solidFill>
                <a:latin typeface="Roboto"/>
                <a:ea typeface="Roboto"/>
                <a:cs typeface="Roboto"/>
              </a:rPr>
              <a:t>и</a:t>
            </a:r>
            <a:r>
              <a:rPr sz="1650" dirty="0">
                <a:solidFill>
                  <a:srgbClr val="171717"/>
                </a:solidFill>
                <a:latin typeface="Roboto"/>
                <a:ea typeface="Roboto"/>
                <a:cs typeface="Roboto"/>
              </a:rPr>
              <a:t> </a:t>
            </a:r>
            <a:r>
              <a:rPr sz="1650" dirty="0" err="1">
                <a:solidFill>
                  <a:srgbClr val="171717"/>
                </a:solidFill>
                <a:latin typeface="Roboto"/>
                <a:ea typeface="Roboto"/>
                <a:cs typeface="Roboto"/>
              </a:rPr>
              <a:t>проверить</a:t>
            </a:r>
            <a:r>
              <a:rPr sz="1650" dirty="0">
                <a:solidFill>
                  <a:srgbClr val="171717"/>
                </a:solidFill>
                <a:latin typeface="Roboto"/>
                <a:ea typeface="Roboto"/>
                <a:cs typeface="Roboto"/>
              </a:rPr>
              <a:t> </a:t>
            </a:r>
            <a:r>
              <a:rPr sz="1650" dirty="0" err="1">
                <a:solidFill>
                  <a:srgbClr val="171717"/>
                </a:solidFill>
                <a:latin typeface="Roboto"/>
                <a:ea typeface="Roboto"/>
                <a:cs typeface="Roboto"/>
              </a:rPr>
              <a:t>модель</a:t>
            </a:r>
            <a:r>
              <a:rPr sz="1650" dirty="0">
                <a:solidFill>
                  <a:srgbClr val="171717"/>
                </a:solidFill>
                <a:latin typeface="Roboto"/>
                <a:ea typeface="Roboto"/>
                <a:cs typeface="Roboto"/>
              </a:rPr>
              <a:t> </a:t>
            </a:r>
            <a:r>
              <a:rPr sz="1650" dirty="0" err="1">
                <a:solidFill>
                  <a:srgbClr val="171717"/>
                </a:solidFill>
                <a:latin typeface="Roboto"/>
                <a:ea typeface="Roboto"/>
                <a:cs typeface="Roboto"/>
              </a:rPr>
              <a:t>на</a:t>
            </a:r>
            <a:r>
              <a:rPr sz="1650" dirty="0">
                <a:solidFill>
                  <a:srgbClr val="171717"/>
                </a:solidFill>
                <a:latin typeface="Roboto"/>
                <a:ea typeface="Roboto"/>
                <a:cs typeface="Roboto"/>
              </a:rPr>
              <a:t> Excel-</a:t>
            </a:r>
            <a:r>
              <a:rPr sz="1650" dirty="0" err="1">
                <a:solidFill>
                  <a:srgbClr val="171717"/>
                </a:solidFill>
                <a:latin typeface="Roboto"/>
                <a:ea typeface="Roboto"/>
                <a:cs typeface="Roboto"/>
              </a:rPr>
              <a:t>выгрузке</a:t>
            </a:r>
            <a:endParaRPr sz="1650" dirty="0">
              <a:solidFill>
                <a:srgbClr val="171717"/>
              </a:solidFill>
              <a:latin typeface="Roboto"/>
              <a:ea typeface="Roboto"/>
              <a:cs typeface="Roboto"/>
            </a:endParaRPr>
          </a:p>
        </p:txBody>
      </p:sp>
    </p:spTree>
    <p:extLst>
      <p:ext uri="{BB962C8B-B14F-4D97-AF65-F5344CB8AC3E}">
        <p14:creationId xmlns:p14="http://schemas.microsoft.com/office/powerpoint/2010/main" val="145867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p40">
            <a:extLst>
              <a:ext uri="{FF2B5EF4-FFF2-40B4-BE49-F238E27FC236}">
                <a16:creationId xmlns:a16="http://schemas.microsoft.com/office/drawing/2014/main" id="{04F5B940-C5BD-45D7-8C28-353248B9CA9A}"/>
              </a:ext>
            </a:extLst>
          </p:cNvPr>
          <p:cNvSpPr>
            <a:spLocks noGrp="1"/>
          </p:cNvSpPr>
          <p:nvPr>
            <p:ph type="title"/>
          </p:nvPr>
        </p:nvSpPr>
        <p:spPr>
          <a:xfrm>
            <a:off x="600075" y="428625"/>
            <a:ext cx="7905750" cy="76200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a:solidFill>
                  <a:srgbClr val="000000"/>
                </a:solidFill>
                <a:latin typeface="Roboto"/>
                <a:ea typeface="Roboto"/>
                <a:cs typeface="Roboto"/>
              </a:rPr>
              <a:t>Технологии проекта</a:t>
            </a:r>
            <a:endParaRPr sz="3000"/>
          </a:p>
        </p:txBody>
      </p:sp>
      <p:sp>
        <p:nvSpPr>
          <p:cNvPr id="196" name="1.">
            <a:extLst>
              <a:ext uri="{FF2B5EF4-FFF2-40B4-BE49-F238E27FC236}">
                <a16:creationId xmlns:a16="http://schemas.microsoft.com/office/drawing/2014/main" id="{5F2003F3-C2FE-495F-941B-243C6F43B59F}"/>
              </a:ext>
            </a:extLst>
          </p:cNvPr>
          <p:cNvSpPr>
            <a:spLocks noGrp="1"/>
          </p:cNvSpPr>
          <p:nvPr/>
        </p:nvSpPr>
        <p:spPr>
          <a:xfrm>
            <a:off x="1114425" y="1571625"/>
            <a:ext cx="361950" cy="6381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1.</a:t>
            </a:r>
          </a:p>
        </p:txBody>
      </p:sp>
      <p:sp>
        <p:nvSpPr>
          <p:cNvPr id="197" name="Python 3.12 и Jupyter: весь процесс в одном ноутбуке">
            <a:extLst>
              <a:ext uri="{FF2B5EF4-FFF2-40B4-BE49-F238E27FC236}">
                <a16:creationId xmlns:a16="http://schemas.microsoft.com/office/drawing/2014/main" id="{6269B767-D242-47CB-AFBD-C9DDEB2E33C8}"/>
              </a:ext>
            </a:extLst>
          </p:cNvPr>
          <p:cNvSpPr>
            <a:spLocks noGrp="1"/>
          </p:cNvSpPr>
          <p:nvPr/>
        </p:nvSpPr>
        <p:spPr>
          <a:xfrm>
            <a:off x="1609725" y="1571625"/>
            <a:ext cx="6457950" cy="6286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Python 3.12 и Jupyter: весь процесс в одном ноутбуке</a:t>
            </a:r>
          </a:p>
        </p:txBody>
      </p:sp>
      <p:sp>
        <p:nvSpPr>
          <p:cNvPr id="198" name="2.">
            <a:extLst>
              <a:ext uri="{FF2B5EF4-FFF2-40B4-BE49-F238E27FC236}">
                <a16:creationId xmlns:a16="http://schemas.microsoft.com/office/drawing/2014/main" id="{132C0254-6612-417F-B83C-7B4EBA65516F}"/>
              </a:ext>
            </a:extLst>
          </p:cNvPr>
          <p:cNvSpPr>
            <a:spLocks noGrp="1"/>
          </p:cNvSpPr>
          <p:nvPr/>
        </p:nvSpPr>
        <p:spPr>
          <a:xfrm>
            <a:off x="1114425" y="2257425"/>
            <a:ext cx="361950" cy="6381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2.</a:t>
            </a:r>
          </a:p>
        </p:txBody>
      </p:sp>
      <p:sp>
        <p:nvSpPr>
          <p:cNvPr id="199" name="PyTorch и Transformers: дообучение RuBERT-tiny2">
            <a:extLst>
              <a:ext uri="{FF2B5EF4-FFF2-40B4-BE49-F238E27FC236}">
                <a16:creationId xmlns:a16="http://schemas.microsoft.com/office/drawing/2014/main" id="{4013D45E-CCCF-461B-85B8-33B0148DC10A}"/>
              </a:ext>
            </a:extLst>
          </p:cNvPr>
          <p:cNvSpPr>
            <a:spLocks noGrp="1"/>
          </p:cNvSpPr>
          <p:nvPr/>
        </p:nvSpPr>
        <p:spPr>
          <a:xfrm>
            <a:off x="1609725" y="2257425"/>
            <a:ext cx="6457950" cy="6286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PyTorch и Transformers: дообучение RuBERT-tiny2</a:t>
            </a:r>
          </a:p>
        </p:txBody>
      </p:sp>
      <p:sp>
        <p:nvSpPr>
          <p:cNvPr id="200" name="3.">
            <a:extLst>
              <a:ext uri="{FF2B5EF4-FFF2-40B4-BE49-F238E27FC236}">
                <a16:creationId xmlns:a16="http://schemas.microsoft.com/office/drawing/2014/main" id="{9D87460C-A848-4DDA-8F18-CE94EEA3380B}"/>
              </a:ext>
            </a:extLst>
          </p:cNvPr>
          <p:cNvSpPr>
            <a:spLocks noGrp="1"/>
          </p:cNvSpPr>
          <p:nvPr/>
        </p:nvSpPr>
        <p:spPr>
          <a:xfrm>
            <a:off x="1114425" y="2943225"/>
            <a:ext cx="361950" cy="6381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3.</a:t>
            </a:r>
          </a:p>
        </p:txBody>
      </p:sp>
      <p:sp>
        <p:nvSpPr>
          <p:cNvPr id="201" name="razdel и seqeval: токенизация и оценка сущностей">
            <a:extLst>
              <a:ext uri="{FF2B5EF4-FFF2-40B4-BE49-F238E27FC236}">
                <a16:creationId xmlns:a16="http://schemas.microsoft.com/office/drawing/2014/main" id="{C32CF58E-B39D-44A1-9177-42B4B46FB1A8}"/>
              </a:ext>
            </a:extLst>
          </p:cNvPr>
          <p:cNvSpPr>
            <a:spLocks noGrp="1"/>
          </p:cNvSpPr>
          <p:nvPr/>
        </p:nvSpPr>
        <p:spPr>
          <a:xfrm>
            <a:off x="1609725" y="2943225"/>
            <a:ext cx="6457950" cy="6286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pandas и matplotlib: таблицы и графики метрик</a:t>
            </a:r>
          </a:p>
        </p:txBody>
      </p:sp>
      <p:sp>
        <p:nvSpPr>
          <p:cNvPr id="202" name="4.">
            <a:extLst>
              <a:ext uri="{FF2B5EF4-FFF2-40B4-BE49-F238E27FC236}">
                <a16:creationId xmlns:a16="http://schemas.microsoft.com/office/drawing/2014/main" id="{BC81C2A1-D473-4E46-97D7-ECAF3246106E}"/>
              </a:ext>
            </a:extLst>
          </p:cNvPr>
          <p:cNvSpPr>
            <a:spLocks noGrp="1"/>
          </p:cNvSpPr>
          <p:nvPr/>
        </p:nvSpPr>
        <p:spPr>
          <a:xfrm>
            <a:off x="1114425" y="3629025"/>
            <a:ext cx="361950" cy="6381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buNone/>
              <a:defRPr sz="1650" b="1">
                <a:solidFill>
                  <a:srgbClr val="3F299A"/>
                </a:solidFill>
                <a:latin typeface="Roboto"/>
                <a:ea typeface="Roboto"/>
                <a:cs typeface="Roboto"/>
              </a:defRPr>
            </a:lvl1pPr>
            <a:lvl2pPr algn="l">
              <a:buNone/>
              <a:defRPr sz="1650" b="1">
                <a:solidFill>
                  <a:srgbClr val="3F299A"/>
                </a:solidFill>
                <a:latin typeface="Roboto"/>
                <a:ea typeface="Roboto"/>
                <a:cs typeface="Roboto"/>
              </a:defRPr>
            </a:lvl2pPr>
            <a:lvl3pPr algn="l">
              <a:buNone/>
              <a:defRPr sz="1650" b="1">
                <a:solidFill>
                  <a:srgbClr val="3F299A"/>
                </a:solidFill>
                <a:latin typeface="Roboto"/>
                <a:ea typeface="Roboto"/>
                <a:cs typeface="Roboto"/>
              </a:defRPr>
            </a:lvl3pPr>
            <a:lvl4pPr algn="l">
              <a:buNone/>
              <a:defRPr sz="1650" b="1">
                <a:solidFill>
                  <a:srgbClr val="3F299A"/>
                </a:solidFill>
                <a:latin typeface="Roboto"/>
                <a:ea typeface="Roboto"/>
                <a:cs typeface="Roboto"/>
              </a:defRPr>
            </a:lvl4pPr>
            <a:lvl5pPr algn="l">
              <a:buNone/>
              <a:defRPr sz="1650" b="1">
                <a:solidFill>
                  <a:srgbClr val="3F299A"/>
                </a:solidFill>
                <a:latin typeface="Roboto"/>
                <a:ea typeface="Roboto"/>
                <a:cs typeface="Roboto"/>
              </a:defRPr>
            </a:lvl5pPr>
            <a:lvl6pPr algn="l">
              <a:buNone/>
              <a:defRPr sz="1650" b="1">
                <a:solidFill>
                  <a:srgbClr val="3F299A"/>
                </a:solidFill>
                <a:latin typeface="Roboto"/>
                <a:ea typeface="Roboto"/>
                <a:cs typeface="Roboto"/>
              </a:defRPr>
            </a:lvl6pPr>
            <a:lvl7pPr algn="l">
              <a:buNone/>
              <a:defRPr sz="1650" b="1">
                <a:solidFill>
                  <a:srgbClr val="3F299A"/>
                </a:solidFill>
                <a:latin typeface="Roboto"/>
                <a:ea typeface="Roboto"/>
                <a:cs typeface="Roboto"/>
              </a:defRPr>
            </a:lvl7pPr>
            <a:lvl8pPr algn="l">
              <a:buNone/>
              <a:defRPr sz="1650" b="1">
                <a:solidFill>
                  <a:srgbClr val="3F299A"/>
                </a:solidFill>
                <a:latin typeface="Roboto"/>
                <a:ea typeface="Roboto"/>
                <a:cs typeface="Roboto"/>
              </a:defRPr>
            </a:lvl8pPr>
            <a:lvl9pPr algn="l">
              <a:buNone/>
              <a:defRPr sz="1650" b="1">
                <a:solidFill>
                  <a:srgbClr val="3F299A"/>
                </a:solidFill>
                <a:latin typeface="Roboto"/>
                <a:ea typeface="Roboto"/>
                <a:cs typeface="Roboto"/>
              </a:defRPr>
            </a:lvl9pPr>
          </a:lstStyle>
          <a:p>
            <a:pPr algn="l">
              <a:buNone/>
              <a:defRPr sz="1650" b="1">
                <a:solidFill>
                  <a:srgbClr val="3F299A"/>
                </a:solidFill>
                <a:latin typeface="Roboto"/>
                <a:ea typeface="Roboto"/>
                <a:cs typeface="Roboto"/>
              </a:defRPr>
            </a:pPr>
            <a:r>
              <a:rPr sz="1650" b="1">
                <a:solidFill>
                  <a:srgbClr val="3F299A"/>
                </a:solidFill>
                <a:latin typeface="Roboto"/>
                <a:ea typeface="Roboto"/>
                <a:cs typeface="Roboto"/>
              </a:rPr>
              <a:t>4.</a:t>
            </a:r>
          </a:p>
        </p:txBody>
      </p:sp>
      <p:sp>
        <p:nvSpPr>
          <p:cNvPr id="203" name="Регулярные выражения, csv и openpyxl: маскировка">
            <a:extLst>
              <a:ext uri="{FF2B5EF4-FFF2-40B4-BE49-F238E27FC236}">
                <a16:creationId xmlns:a16="http://schemas.microsoft.com/office/drawing/2014/main" id="{4013EB3A-D6DD-4B3D-9C8D-611B3396432B}"/>
              </a:ext>
            </a:extLst>
          </p:cNvPr>
          <p:cNvSpPr>
            <a:spLocks noGrp="1"/>
          </p:cNvSpPr>
          <p:nvPr/>
        </p:nvSpPr>
        <p:spPr>
          <a:xfrm>
            <a:off x="1609725" y="3629025"/>
            <a:ext cx="6457950" cy="628650"/>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dirty="0" err="1">
                <a:solidFill>
                  <a:srgbClr val="171717"/>
                </a:solidFill>
                <a:latin typeface="Roboto"/>
                <a:ea typeface="Roboto"/>
                <a:cs typeface="Roboto"/>
              </a:rPr>
              <a:t>razdel</a:t>
            </a:r>
            <a:r>
              <a:rPr sz="1650" dirty="0">
                <a:solidFill>
                  <a:srgbClr val="171717"/>
                </a:solidFill>
                <a:latin typeface="Roboto"/>
                <a:ea typeface="Roboto"/>
                <a:cs typeface="Roboto"/>
              </a:rPr>
              <a:t> </a:t>
            </a:r>
            <a:r>
              <a:rPr sz="1650" dirty="0" err="1">
                <a:solidFill>
                  <a:srgbClr val="171717"/>
                </a:solidFill>
                <a:latin typeface="Roboto"/>
                <a:ea typeface="Roboto"/>
                <a:cs typeface="Roboto"/>
              </a:rPr>
              <a:t>и</a:t>
            </a:r>
            <a:r>
              <a:rPr sz="1650" dirty="0">
                <a:solidFill>
                  <a:srgbClr val="171717"/>
                </a:solidFill>
                <a:latin typeface="Roboto"/>
                <a:ea typeface="Roboto"/>
                <a:cs typeface="Roboto"/>
              </a:rPr>
              <a:t> </a:t>
            </a:r>
            <a:r>
              <a:rPr sz="1650" dirty="0" err="1">
                <a:solidFill>
                  <a:srgbClr val="171717"/>
                </a:solidFill>
                <a:latin typeface="Roboto"/>
                <a:ea typeface="Roboto"/>
                <a:cs typeface="Roboto"/>
              </a:rPr>
              <a:t>openpyxl</a:t>
            </a:r>
            <a:r>
              <a:rPr sz="1650" dirty="0">
                <a:solidFill>
                  <a:srgbClr val="171717"/>
                </a:solidFill>
                <a:latin typeface="Roboto"/>
                <a:ea typeface="Roboto"/>
                <a:cs typeface="Roboto"/>
              </a:rPr>
              <a:t>: </a:t>
            </a:r>
            <a:r>
              <a:rPr sz="1650" dirty="0" err="1">
                <a:solidFill>
                  <a:srgbClr val="171717"/>
                </a:solidFill>
                <a:latin typeface="Roboto"/>
                <a:ea typeface="Roboto"/>
                <a:cs typeface="Roboto"/>
              </a:rPr>
              <a:t>токенизация</a:t>
            </a:r>
            <a:r>
              <a:rPr sz="1650" dirty="0">
                <a:solidFill>
                  <a:srgbClr val="171717"/>
                </a:solidFill>
                <a:latin typeface="Roboto"/>
                <a:ea typeface="Roboto"/>
                <a:cs typeface="Roboto"/>
              </a:rPr>
              <a:t> </a:t>
            </a:r>
            <a:r>
              <a:rPr sz="1650" dirty="0" err="1">
                <a:solidFill>
                  <a:srgbClr val="171717"/>
                </a:solidFill>
                <a:latin typeface="Roboto"/>
                <a:ea typeface="Roboto"/>
                <a:cs typeface="Roboto"/>
              </a:rPr>
              <a:t>и</a:t>
            </a:r>
            <a:r>
              <a:rPr sz="1650" dirty="0">
                <a:solidFill>
                  <a:srgbClr val="171717"/>
                </a:solidFill>
                <a:latin typeface="Roboto"/>
                <a:ea typeface="Roboto"/>
                <a:cs typeface="Roboto"/>
              </a:rPr>
              <a:t> Excel-</a:t>
            </a:r>
            <a:r>
              <a:rPr sz="1650" dirty="0" err="1">
                <a:solidFill>
                  <a:srgbClr val="171717"/>
                </a:solidFill>
                <a:latin typeface="Roboto"/>
                <a:ea typeface="Roboto"/>
                <a:cs typeface="Roboto"/>
              </a:rPr>
              <a:t>файлы</a:t>
            </a:r>
            <a:endParaRPr sz="1650" dirty="0">
              <a:solidFill>
                <a:srgbClr val="171717"/>
              </a:solidFill>
              <a:latin typeface="Roboto"/>
              <a:ea typeface="Roboto"/>
              <a:cs typeface="Roboto"/>
            </a:endParaRPr>
          </a:p>
        </p:txBody>
      </p:sp>
      <p:sp>
        <p:nvSpPr>
          <p:cNvPr id="204" name="Готовая модель работает локально, без обращения к внешн">
            <a:extLst>
              <a:ext uri="{FF2B5EF4-FFF2-40B4-BE49-F238E27FC236}">
                <a16:creationId xmlns:a16="http://schemas.microsoft.com/office/drawing/2014/main" id="{54DD9511-7A63-4315-AB62-027DC831AF30}"/>
              </a:ext>
            </a:extLst>
          </p:cNvPr>
          <p:cNvSpPr>
            <a:spLocks noGrp="1"/>
          </p:cNvSpPr>
          <p:nvPr/>
        </p:nvSpPr>
        <p:spPr>
          <a:xfrm>
            <a:off x="1114425" y="4495800"/>
            <a:ext cx="7239000" cy="333375"/>
          </a:xfrm>
          <a:prstGeom prst="rect">
            <a:avLst/>
          </a:prstGeom>
          <a:noFill/>
          <a:ln w="0">
            <a:noFill/>
          </a:ln>
        </p:spPr>
        <p:txBody>
          <a:bodyPr wrap="square" lIns="0" tIns="0" rIns="0" bIns="0" anchor="t">
            <a:noAutofit/>
          </a:bodyPr>
          <a:lstStyle>
            <a:defPPr algn="l">
              <a:defRPr sz="1500">
                <a:solidFill>
                  <a:srgbClr val="3F299A"/>
                </a:solidFill>
                <a:latin typeface="Roboto"/>
                <a:ea typeface="Roboto"/>
                <a:cs typeface="Roboto"/>
              </a:defRPr>
            </a:defPPr>
            <a:lvl1pPr algn="l">
              <a:buNone/>
              <a:defRPr sz="1500">
                <a:solidFill>
                  <a:srgbClr val="3F299A"/>
                </a:solidFill>
                <a:latin typeface="Roboto"/>
                <a:ea typeface="Roboto"/>
                <a:cs typeface="Roboto"/>
              </a:defRPr>
            </a:lvl1pPr>
            <a:lvl2pPr algn="l">
              <a:buNone/>
              <a:defRPr sz="1500">
                <a:solidFill>
                  <a:srgbClr val="3F299A"/>
                </a:solidFill>
                <a:latin typeface="Roboto"/>
                <a:ea typeface="Roboto"/>
                <a:cs typeface="Roboto"/>
              </a:defRPr>
            </a:lvl2pPr>
            <a:lvl3pPr algn="l">
              <a:buNone/>
              <a:defRPr sz="1500">
                <a:solidFill>
                  <a:srgbClr val="3F299A"/>
                </a:solidFill>
                <a:latin typeface="Roboto"/>
                <a:ea typeface="Roboto"/>
                <a:cs typeface="Roboto"/>
              </a:defRPr>
            </a:lvl3pPr>
            <a:lvl4pPr algn="l">
              <a:buNone/>
              <a:defRPr sz="1500">
                <a:solidFill>
                  <a:srgbClr val="3F299A"/>
                </a:solidFill>
                <a:latin typeface="Roboto"/>
                <a:ea typeface="Roboto"/>
                <a:cs typeface="Roboto"/>
              </a:defRPr>
            </a:lvl4pPr>
            <a:lvl5pPr algn="l">
              <a:buNone/>
              <a:defRPr sz="1500">
                <a:solidFill>
                  <a:srgbClr val="3F299A"/>
                </a:solidFill>
                <a:latin typeface="Roboto"/>
                <a:ea typeface="Roboto"/>
                <a:cs typeface="Roboto"/>
              </a:defRPr>
            </a:lvl5pPr>
            <a:lvl6pPr algn="l">
              <a:buNone/>
              <a:defRPr sz="1500">
                <a:solidFill>
                  <a:srgbClr val="3F299A"/>
                </a:solidFill>
                <a:latin typeface="Roboto"/>
                <a:ea typeface="Roboto"/>
                <a:cs typeface="Roboto"/>
              </a:defRPr>
            </a:lvl6pPr>
            <a:lvl7pPr algn="l">
              <a:buNone/>
              <a:defRPr sz="1500">
                <a:solidFill>
                  <a:srgbClr val="3F299A"/>
                </a:solidFill>
                <a:latin typeface="Roboto"/>
                <a:ea typeface="Roboto"/>
                <a:cs typeface="Roboto"/>
              </a:defRPr>
            </a:lvl7pPr>
            <a:lvl8pPr algn="l">
              <a:buNone/>
              <a:defRPr sz="1500">
                <a:solidFill>
                  <a:srgbClr val="3F299A"/>
                </a:solidFill>
                <a:latin typeface="Roboto"/>
                <a:ea typeface="Roboto"/>
                <a:cs typeface="Roboto"/>
              </a:defRPr>
            </a:lvl8pPr>
            <a:lvl9pPr algn="l">
              <a:buNone/>
              <a:defRPr sz="1500">
                <a:solidFill>
                  <a:srgbClr val="3F299A"/>
                </a:solidFill>
                <a:latin typeface="Roboto"/>
                <a:ea typeface="Roboto"/>
                <a:cs typeface="Roboto"/>
              </a:defRPr>
            </a:lvl9pPr>
          </a:lstStyle>
          <a:p>
            <a:pPr algn="l">
              <a:buNone/>
              <a:defRPr sz="1500">
                <a:solidFill>
                  <a:srgbClr val="3F299A"/>
                </a:solidFill>
                <a:latin typeface="Roboto"/>
                <a:ea typeface="Roboto"/>
                <a:cs typeface="Roboto"/>
              </a:defRPr>
            </a:pPr>
            <a:r>
              <a:rPr sz="1500">
                <a:solidFill>
                  <a:srgbClr val="3F299A"/>
                </a:solidFill>
                <a:latin typeface="Roboto"/>
                <a:ea typeface="Roboto"/>
                <a:cs typeface="Roboto"/>
              </a:rPr>
              <a:t>Excel-файлы обрабатываются локально, без подключения к CRM</a:t>
            </a:r>
          </a:p>
        </p:txBody>
      </p:sp>
    </p:spTree>
    <p:extLst>
      <p:ext uri="{BB962C8B-B14F-4D97-AF65-F5344CB8AC3E}">
        <p14:creationId xmlns:p14="http://schemas.microsoft.com/office/powerpoint/2010/main" val="2097740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 name="Google Shape;602;p75">
            <a:extLst>
              <a:ext uri="{FF2B5EF4-FFF2-40B4-BE49-F238E27FC236}">
                <a16:creationId xmlns:a16="http://schemas.microsoft.com/office/drawing/2014/main" id="{C9BCD714-0680-4CF3-867C-BAE4E81663E8}"/>
              </a:ext>
            </a:extLst>
          </p:cNvPr>
          <p:cNvSpPr>
            <a:spLocks noGrp="1"/>
          </p:cNvSpPr>
          <p:nvPr>
            <p:ph type="title"/>
          </p:nvPr>
        </p:nvSpPr>
        <p:spPr>
          <a:xfrm>
            <a:off x="600075" y="428625"/>
            <a:ext cx="7905750" cy="76200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a:solidFill>
                  <a:srgbClr val="000000"/>
                </a:solidFill>
                <a:latin typeface="Roboto"/>
                <a:ea typeface="Roboto"/>
                <a:cs typeface="Roboto"/>
              </a:rPr>
              <a:t>Исходное обучение: Collection3</a:t>
            </a:r>
            <a:endParaRPr/>
          </a:p>
        </p:txBody>
      </p:sp>
      <p:graphicFrame>
        <p:nvGraphicFramePr>
          <p:cNvPr id="603" name="Таблица 602">
            <a:extLst>
              <a:ext uri="{FF2B5EF4-FFF2-40B4-BE49-F238E27FC236}">
                <a16:creationId xmlns:a16="http://schemas.microsoft.com/office/drawing/2014/main" id="{C7417039-B973-4E52-A2F3-C96E1B62F121}"/>
              </a:ext>
            </a:extLst>
          </p:cNvPr>
          <p:cNvGraphicFramePr/>
          <p:nvPr/>
        </p:nvGraphicFramePr>
        <p:xfrm>
          <a:off x="657225" y="1381125"/>
          <a:ext cx="7829550" cy="2371724"/>
        </p:xfrm>
        <a:graphic>
          <a:graphicData uri="http://schemas.openxmlformats.org/drawingml/2006/table">
            <a:tbl>
              <a:tblPr/>
              <a:tblGrid>
                <a:gridCol w="2667000">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17240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592931">
                <a:tc>
                  <a:txBody>
                    <a:bodyPr/>
                    <a:lstStyle/>
                    <a:p>
                      <a:pPr algn="l">
                        <a:buNone/>
                      </a:pPr>
                      <a:r>
                        <a:rPr sz="1575" b="1">
                          <a:solidFill>
                            <a:srgbClr val="3F299A"/>
                          </a:solidFill>
                          <a:latin typeface="Roboto"/>
                          <a:ea typeface="Roboto"/>
                          <a:cs typeface="Roboto"/>
                        </a:rPr>
                        <a:t>Collection3</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575" b="1">
                          <a:solidFill>
                            <a:srgbClr val="3F299A"/>
                          </a:solidFill>
                          <a:latin typeface="Roboto"/>
                          <a:ea typeface="Roboto"/>
                          <a:cs typeface="Roboto"/>
                        </a:rPr>
                        <a:t>Текстов</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575" b="1">
                          <a:solidFill>
                            <a:srgbClr val="3F299A"/>
                          </a:solidFill>
                          <a:latin typeface="Roboto"/>
                          <a:ea typeface="Roboto"/>
                          <a:cs typeface="Roboto"/>
                        </a:rPr>
                        <a:t>PER</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575" b="1">
                          <a:solidFill>
                            <a:srgbClr val="3F299A"/>
                          </a:solidFill>
                          <a:latin typeface="Roboto"/>
                          <a:ea typeface="Roboto"/>
                          <a:cs typeface="Roboto"/>
                        </a:rPr>
                        <a:t>ORG</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592931">
                <a:tc>
                  <a:txBody>
                    <a:bodyPr/>
                    <a:lstStyle/>
                    <a:p>
                      <a:pPr algn="l">
                        <a:buNone/>
                      </a:pPr>
                      <a:r>
                        <a:rPr sz="1575" b="0">
                          <a:solidFill>
                            <a:srgbClr val="222222"/>
                          </a:solidFill>
                          <a:latin typeface="Roboto"/>
                          <a:ea typeface="Roboto"/>
                          <a:cs typeface="Roboto"/>
                        </a:rPr>
                        <a:t>Train</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9 026</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7 258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5 831</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1"/>
                  </a:ext>
                </a:extLst>
              </a:tr>
              <a:tr h="592931">
                <a:tc>
                  <a:txBody>
                    <a:bodyPr/>
                    <a:lstStyle/>
                    <a:p>
                      <a:pPr algn="l">
                        <a:buNone/>
                      </a:pPr>
                      <a:r>
                        <a:rPr sz="1575" b="0">
                          <a:solidFill>
                            <a:srgbClr val="222222"/>
                          </a:solidFill>
                          <a:latin typeface="Roboto"/>
                          <a:ea typeface="Roboto"/>
                          <a:cs typeface="Roboto"/>
                        </a:rPr>
                        <a:t>Validation</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2 129</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1 631</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1 297</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2"/>
                  </a:ext>
                </a:extLst>
              </a:tr>
              <a:tr h="592931">
                <a:tc>
                  <a:txBody>
                    <a:bodyPr/>
                    <a:lstStyle/>
                    <a:p>
                      <a:pPr algn="l">
                        <a:buNone/>
                      </a:pPr>
                      <a:r>
                        <a:rPr sz="1575" b="0">
                          <a:solidFill>
                            <a:srgbClr val="222222"/>
                          </a:solidFill>
                          <a:latin typeface="Roboto"/>
                          <a:ea typeface="Roboto"/>
                          <a:cs typeface="Roboto"/>
                        </a:rPr>
                        <a:t>Test</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1 903</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1 561</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575" b="0">
                          <a:solidFill>
                            <a:srgbClr val="222222"/>
                          </a:solidFill>
                          <a:latin typeface="Roboto"/>
                          <a:ea typeface="Roboto"/>
                          <a:cs typeface="Roboto"/>
                        </a:rPr>
                        <a:t>1 248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04" name="После удаления повторяющихся текстов между выборками">
            <a:extLst>
              <a:ext uri="{FF2B5EF4-FFF2-40B4-BE49-F238E27FC236}">
                <a16:creationId xmlns:a16="http://schemas.microsoft.com/office/drawing/2014/main" id="{CCF76D0B-9FA5-45A1-95CB-02C69D141527}"/>
              </a:ext>
            </a:extLst>
          </p:cNvPr>
          <p:cNvSpPr>
            <a:spLocks noGrp="1"/>
          </p:cNvSpPr>
          <p:nvPr/>
        </p:nvSpPr>
        <p:spPr>
          <a:xfrm>
            <a:off x="666750" y="3952875"/>
            <a:ext cx="7810500" cy="304800"/>
          </a:xfrm>
          <a:prstGeom prst="rect">
            <a:avLst/>
          </a:prstGeom>
          <a:noFill/>
          <a:ln w="0">
            <a:noFill/>
          </a:ln>
        </p:spPr>
        <p:txBody>
          <a:bodyPr wrap="square" lIns="0" tIns="0" rIns="0" bIns="0" anchor="t">
            <a:noAutofit/>
          </a:bodyPr>
          <a:lstStyle>
            <a:defPPr algn="l">
              <a:defRPr sz="1500">
                <a:solidFill>
                  <a:srgbClr val="3F299A"/>
                </a:solidFill>
                <a:latin typeface="Roboto"/>
                <a:ea typeface="Roboto"/>
                <a:cs typeface="Roboto"/>
              </a:defRPr>
            </a:defPPr>
            <a:lvl1pPr algn="l">
              <a:buNone/>
              <a:defRPr sz="1500">
                <a:solidFill>
                  <a:srgbClr val="3F299A"/>
                </a:solidFill>
                <a:latin typeface="Roboto"/>
                <a:ea typeface="Roboto"/>
                <a:cs typeface="Roboto"/>
              </a:defRPr>
            </a:lvl1pPr>
            <a:lvl2pPr algn="l">
              <a:buNone/>
              <a:defRPr sz="1500">
                <a:solidFill>
                  <a:srgbClr val="3F299A"/>
                </a:solidFill>
                <a:latin typeface="Roboto"/>
                <a:ea typeface="Roboto"/>
                <a:cs typeface="Roboto"/>
              </a:defRPr>
            </a:lvl2pPr>
            <a:lvl3pPr algn="l">
              <a:buNone/>
              <a:defRPr sz="1500">
                <a:solidFill>
                  <a:srgbClr val="3F299A"/>
                </a:solidFill>
                <a:latin typeface="Roboto"/>
                <a:ea typeface="Roboto"/>
                <a:cs typeface="Roboto"/>
              </a:defRPr>
            </a:lvl3pPr>
            <a:lvl4pPr algn="l">
              <a:buNone/>
              <a:defRPr sz="1500">
                <a:solidFill>
                  <a:srgbClr val="3F299A"/>
                </a:solidFill>
                <a:latin typeface="Roboto"/>
                <a:ea typeface="Roboto"/>
                <a:cs typeface="Roboto"/>
              </a:defRPr>
            </a:lvl4pPr>
            <a:lvl5pPr algn="l">
              <a:buNone/>
              <a:defRPr sz="1500">
                <a:solidFill>
                  <a:srgbClr val="3F299A"/>
                </a:solidFill>
                <a:latin typeface="Roboto"/>
                <a:ea typeface="Roboto"/>
                <a:cs typeface="Roboto"/>
              </a:defRPr>
            </a:lvl5pPr>
            <a:lvl6pPr algn="l">
              <a:buNone/>
              <a:defRPr sz="1500">
                <a:solidFill>
                  <a:srgbClr val="3F299A"/>
                </a:solidFill>
                <a:latin typeface="Roboto"/>
                <a:ea typeface="Roboto"/>
                <a:cs typeface="Roboto"/>
              </a:defRPr>
            </a:lvl6pPr>
            <a:lvl7pPr algn="l">
              <a:buNone/>
              <a:defRPr sz="1500">
                <a:solidFill>
                  <a:srgbClr val="3F299A"/>
                </a:solidFill>
                <a:latin typeface="Roboto"/>
                <a:ea typeface="Roboto"/>
                <a:cs typeface="Roboto"/>
              </a:defRPr>
            </a:lvl7pPr>
            <a:lvl8pPr algn="l">
              <a:buNone/>
              <a:defRPr sz="1500">
                <a:solidFill>
                  <a:srgbClr val="3F299A"/>
                </a:solidFill>
                <a:latin typeface="Roboto"/>
                <a:ea typeface="Roboto"/>
                <a:cs typeface="Roboto"/>
              </a:defRPr>
            </a:lvl8pPr>
            <a:lvl9pPr algn="l">
              <a:buNone/>
              <a:defRPr sz="1500">
                <a:solidFill>
                  <a:srgbClr val="3F299A"/>
                </a:solidFill>
                <a:latin typeface="Roboto"/>
                <a:ea typeface="Roboto"/>
                <a:cs typeface="Roboto"/>
              </a:defRPr>
            </a:lvl9pPr>
          </a:lstStyle>
          <a:p>
            <a:pPr algn="l">
              <a:buNone/>
              <a:defRPr sz="1500">
                <a:solidFill>
                  <a:srgbClr val="3F299A"/>
                </a:solidFill>
                <a:latin typeface="Roboto"/>
                <a:ea typeface="Roboto"/>
                <a:cs typeface="Roboto"/>
              </a:defRPr>
            </a:pPr>
            <a:r>
              <a:rPr sz="1500">
                <a:solidFill>
                  <a:srgbClr val="3F299A"/>
                </a:solidFill>
                <a:latin typeface="Roboto"/>
                <a:ea typeface="Roboto"/>
                <a:cs typeface="Roboto"/>
              </a:rPr>
              <a:t>После удаления повторяющихся текстов между выборками</a:t>
            </a:r>
          </a:p>
        </p:txBody>
      </p:sp>
      <p:sp>
        <p:nvSpPr>
          <p:cNvPr id="605" name="PER: люди, ORG: организации. Географические названия сч">
            <a:extLst>
              <a:ext uri="{FF2B5EF4-FFF2-40B4-BE49-F238E27FC236}">
                <a16:creationId xmlns:a16="http://schemas.microsoft.com/office/drawing/2014/main" id="{7B72C7EA-4D7F-4643-B0A8-97621F0C4EBF}"/>
              </a:ext>
            </a:extLst>
          </p:cNvPr>
          <p:cNvSpPr>
            <a:spLocks noGrp="1"/>
          </p:cNvSpPr>
          <p:nvPr/>
        </p:nvSpPr>
        <p:spPr>
          <a:xfrm>
            <a:off x="666750" y="4371975"/>
            <a:ext cx="7839075" cy="466725"/>
          </a:xfrm>
          <a:prstGeom prst="rect">
            <a:avLst/>
          </a:prstGeom>
          <a:noFill/>
          <a:ln w="0">
            <a:noFill/>
          </a:ln>
        </p:spPr>
        <p:txBody>
          <a:bodyPr wrap="square" lIns="0" tIns="0" rIns="0" bIns="0" anchor="t">
            <a:noAutofit/>
          </a:bodyPr>
          <a:lstStyle>
            <a:defPPr algn="l">
              <a:defRPr sz="1500">
                <a:solidFill>
                  <a:srgbClr val="171717"/>
                </a:solidFill>
                <a:latin typeface="Roboto"/>
                <a:ea typeface="Roboto"/>
                <a:cs typeface="Roboto"/>
              </a:defRPr>
            </a:defPPr>
            <a:lvl1pPr algn="l">
              <a:buNone/>
              <a:defRPr sz="1500">
                <a:solidFill>
                  <a:srgbClr val="171717"/>
                </a:solidFill>
                <a:latin typeface="Roboto"/>
                <a:ea typeface="Roboto"/>
                <a:cs typeface="Roboto"/>
              </a:defRPr>
            </a:lvl1pPr>
            <a:lvl2pPr algn="l">
              <a:buNone/>
              <a:defRPr sz="1500">
                <a:solidFill>
                  <a:srgbClr val="171717"/>
                </a:solidFill>
                <a:latin typeface="Roboto"/>
                <a:ea typeface="Roboto"/>
                <a:cs typeface="Roboto"/>
              </a:defRPr>
            </a:lvl2pPr>
            <a:lvl3pPr algn="l">
              <a:buNone/>
              <a:defRPr sz="1500">
                <a:solidFill>
                  <a:srgbClr val="171717"/>
                </a:solidFill>
                <a:latin typeface="Roboto"/>
                <a:ea typeface="Roboto"/>
                <a:cs typeface="Roboto"/>
              </a:defRPr>
            </a:lvl3pPr>
            <a:lvl4pPr algn="l">
              <a:buNone/>
              <a:defRPr sz="1500">
                <a:solidFill>
                  <a:srgbClr val="171717"/>
                </a:solidFill>
                <a:latin typeface="Roboto"/>
                <a:ea typeface="Roboto"/>
                <a:cs typeface="Roboto"/>
              </a:defRPr>
            </a:lvl4pPr>
            <a:lvl5pPr algn="l">
              <a:buNone/>
              <a:defRPr sz="1500">
                <a:solidFill>
                  <a:srgbClr val="171717"/>
                </a:solidFill>
                <a:latin typeface="Roboto"/>
                <a:ea typeface="Roboto"/>
                <a:cs typeface="Roboto"/>
              </a:defRPr>
            </a:lvl5pPr>
            <a:lvl6pPr algn="l">
              <a:buNone/>
              <a:defRPr sz="1500">
                <a:solidFill>
                  <a:srgbClr val="171717"/>
                </a:solidFill>
                <a:latin typeface="Roboto"/>
                <a:ea typeface="Roboto"/>
                <a:cs typeface="Roboto"/>
              </a:defRPr>
            </a:lvl6pPr>
            <a:lvl7pPr algn="l">
              <a:buNone/>
              <a:defRPr sz="1500">
                <a:solidFill>
                  <a:srgbClr val="171717"/>
                </a:solidFill>
                <a:latin typeface="Roboto"/>
                <a:ea typeface="Roboto"/>
                <a:cs typeface="Roboto"/>
              </a:defRPr>
            </a:lvl7pPr>
            <a:lvl8pPr algn="l">
              <a:buNone/>
              <a:defRPr sz="1500">
                <a:solidFill>
                  <a:srgbClr val="171717"/>
                </a:solidFill>
                <a:latin typeface="Roboto"/>
                <a:ea typeface="Roboto"/>
                <a:cs typeface="Roboto"/>
              </a:defRPr>
            </a:lvl8pPr>
            <a:lvl9pPr algn="l">
              <a:buNone/>
              <a:defRPr sz="1500">
                <a:solidFill>
                  <a:srgbClr val="171717"/>
                </a:solidFill>
                <a:latin typeface="Roboto"/>
                <a:ea typeface="Roboto"/>
                <a:cs typeface="Roboto"/>
              </a:defRPr>
            </a:lvl9pPr>
          </a:lstStyle>
          <a:p>
            <a:pPr algn="l">
              <a:buNone/>
              <a:defRPr sz="1500">
                <a:solidFill>
                  <a:srgbClr val="171717"/>
                </a:solidFill>
                <a:latin typeface="Roboto"/>
                <a:ea typeface="Roboto"/>
                <a:cs typeface="Roboto"/>
              </a:defRPr>
            </a:pPr>
            <a:r>
              <a:rPr sz="1500">
                <a:solidFill>
                  <a:srgbClr val="171717"/>
                </a:solidFill>
                <a:latin typeface="Roboto"/>
                <a:ea typeface="Roboto"/>
                <a:cs typeface="Roboto"/>
              </a:rPr>
              <a:t>PER: люди, ORG: организации. Географические названия считаем O.</a:t>
            </a:r>
          </a:p>
        </p:txBody>
      </p:sp>
    </p:spTree>
    <p:extLst>
      <p:ext uri="{BB962C8B-B14F-4D97-AF65-F5344CB8AC3E}">
        <p14:creationId xmlns:p14="http://schemas.microsoft.com/office/powerpoint/2010/main" val="194392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Google Shape;367;p53">
            <a:extLst>
              <a:ext uri="{FF2B5EF4-FFF2-40B4-BE49-F238E27FC236}">
                <a16:creationId xmlns:a16="http://schemas.microsoft.com/office/drawing/2014/main" id="{8BF30ADC-939B-4256-8F4C-5CA6F364FEA1}"/>
              </a:ext>
            </a:extLst>
          </p:cNvPr>
          <p:cNvSpPr>
            <a:spLocks noGrp="1"/>
          </p:cNvSpPr>
          <p:nvPr/>
        </p:nvSpPr>
        <p:spPr>
          <a:xfrm>
            <a:off x="723900" y="828675"/>
            <a:ext cx="7810500" cy="605790"/>
          </a:xfrm>
          <a:prstGeom prst="rect">
            <a:avLst/>
          </a:prstGeom>
          <a:noFill/>
          <a:ln>
            <a:noFill/>
          </a:ln>
        </p:spPr>
        <p:txBody>
          <a:bodyPr spcFirstLastPara="1" wrap="square" lIns="0" tIns="0" rIns="0" bIns="0" anchor="t">
            <a:noAutofit/>
          </a:bodyPr>
          <a:lstStyle>
            <a:defPPr algn="l">
              <a:defRPr sz="3975" b="1">
                <a:solidFill>
                  <a:srgbClr val="3F299A"/>
                </a:solidFill>
                <a:latin typeface="Roboto"/>
                <a:ea typeface="Roboto"/>
                <a:cs typeface="Roboto"/>
              </a:defRPr>
            </a:defPPr>
            <a:lvl1pPr algn="l">
              <a:buNone/>
              <a:defRPr sz="3975" b="1">
                <a:solidFill>
                  <a:srgbClr val="3F299A"/>
                </a:solidFill>
                <a:latin typeface="Roboto"/>
                <a:ea typeface="Roboto"/>
                <a:cs typeface="Roboto"/>
              </a:defRPr>
            </a:lvl1pPr>
            <a:lvl2pPr algn="l">
              <a:buNone/>
              <a:defRPr sz="3975" b="1">
                <a:solidFill>
                  <a:srgbClr val="3F299A"/>
                </a:solidFill>
                <a:latin typeface="Roboto"/>
                <a:ea typeface="Roboto"/>
                <a:cs typeface="Roboto"/>
              </a:defRPr>
            </a:lvl2pPr>
            <a:lvl3pPr algn="l">
              <a:buNone/>
              <a:defRPr sz="3975" b="1">
                <a:solidFill>
                  <a:srgbClr val="3F299A"/>
                </a:solidFill>
                <a:latin typeface="Roboto"/>
                <a:ea typeface="Roboto"/>
                <a:cs typeface="Roboto"/>
              </a:defRPr>
            </a:lvl3pPr>
            <a:lvl4pPr algn="l">
              <a:buNone/>
              <a:defRPr sz="3975" b="1">
                <a:solidFill>
                  <a:srgbClr val="3F299A"/>
                </a:solidFill>
                <a:latin typeface="Roboto"/>
                <a:ea typeface="Roboto"/>
                <a:cs typeface="Roboto"/>
              </a:defRPr>
            </a:lvl4pPr>
            <a:lvl5pPr algn="l">
              <a:buNone/>
              <a:defRPr sz="3975" b="1">
                <a:solidFill>
                  <a:srgbClr val="3F299A"/>
                </a:solidFill>
                <a:latin typeface="Roboto"/>
                <a:ea typeface="Roboto"/>
                <a:cs typeface="Roboto"/>
              </a:defRPr>
            </a:lvl5pPr>
            <a:lvl6pPr algn="l">
              <a:buNone/>
              <a:defRPr sz="3975" b="1">
                <a:solidFill>
                  <a:srgbClr val="3F299A"/>
                </a:solidFill>
                <a:latin typeface="Roboto"/>
                <a:ea typeface="Roboto"/>
                <a:cs typeface="Roboto"/>
              </a:defRPr>
            </a:lvl6pPr>
            <a:lvl7pPr algn="l">
              <a:buNone/>
              <a:defRPr sz="3975" b="1">
                <a:solidFill>
                  <a:srgbClr val="3F299A"/>
                </a:solidFill>
                <a:latin typeface="Roboto"/>
                <a:ea typeface="Roboto"/>
                <a:cs typeface="Roboto"/>
              </a:defRPr>
            </a:lvl7pPr>
            <a:lvl8pPr algn="l">
              <a:buNone/>
              <a:defRPr sz="3975" b="1">
                <a:solidFill>
                  <a:srgbClr val="3F299A"/>
                </a:solidFill>
                <a:latin typeface="Roboto"/>
                <a:ea typeface="Roboto"/>
                <a:cs typeface="Roboto"/>
              </a:defRPr>
            </a:lvl8pPr>
            <a:lvl9pPr algn="l">
              <a:buNone/>
              <a:defRPr sz="3975" b="1">
                <a:solidFill>
                  <a:srgbClr val="3F299A"/>
                </a:solidFill>
                <a:latin typeface="Roboto"/>
                <a:ea typeface="Roboto"/>
                <a:cs typeface="Roboto"/>
              </a:defRPr>
            </a:lvl9pPr>
          </a:lstStyle>
          <a:p>
            <a:pPr marL="0" marR="0" lvl="0" indent="0" algn="l">
              <a:lnSpc>
                <a:spcPct val="100000"/>
              </a:lnSpc>
              <a:spcBef>
                <a:spcPts val="0"/>
              </a:spcBef>
              <a:spcAft>
                <a:spcPts val="0"/>
              </a:spcAft>
              <a:buClr>
                <a:srgbClr val="000000"/>
              </a:buClr>
              <a:buSzPts val="5300"/>
              <a:buFont typeface="Roboto"/>
              <a:buNone/>
              <a:defRPr sz="3975" b="1">
                <a:solidFill>
                  <a:srgbClr val="3F299A"/>
                </a:solidFill>
                <a:latin typeface="Roboto"/>
                <a:ea typeface="Roboto"/>
                <a:cs typeface="Roboto"/>
              </a:defRPr>
            </a:pPr>
            <a:r>
              <a:rPr sz="3975" b="1">
                <a:solidFill>
                  <a:srgbClr val="3F299A"/>
                </a:solidFill>
                <a:latin typeface="Roboto"/>
                <a:ea typeface="Roboto"/>
                <a:cs typeface="Roboto"/>
              </a:rPr>
              <a:t>Распознавание сущностей</a:t>
            </a:r>
            <a:endParaRPr sz="2300">
              <a:solidFill>
                <a:srgbClr val="3F299A"/>
              </a:solidFill>
              <a:latin typeface="Roboto Medium"/>
              <a:ea typeface="Roboto Medium"/>
              <a:cs typeface="Roboto Medium"/>
            </a:endParaRPr>
          </a:p>
        </p:txBody>
      </p:sp>
      <p:sp>
        <p:nvSpPr>
          <p:cNvPr id="368" name="Google Shape;368;p53">
            <a:extLst>
              <a:ext uri="{FF2B5EF4-FFF2-40B4-BE49-F238E27FC236}">
                <a16:creationId xmlns:a16="http://schemas.microsoft.com/office/drawing/2014/main" id="{78FD3DD3-CBDD-4D35-98C5-EA4419395928}"/>
              </a:ext>
            </a:extLst>
          </p:cNvPr>
          <p:cNvSpPr>
            <a:spLocks noGrp="1"/>
          </p:cNvSpPr>
          <p:nvPr/>
        </p:nvSpPr>
        <p:spPr>
          <a:xfrm>
            <a:off x="762000" y="2047875"/>
            <a:ext cx="7715250" cy="1729520"/>
          </a:xfrm>
          <a:prstGeom prst="rect">
            <a:avLst/>
          </a:prstGeom>
          <a:noFill/>
          <a:ln>
            <a:noFill/>
          </a:ln>
        </p:spPr>
        <p:txBody>
          <a:bodyPr spcFirstLastPara="1" wrap="square" lIns="0" tIns="0" rIns="0" bIns="0" anchor="t">
            <a:noAutofit/>
          </a:bodyPr>
          <a:lstStyle>
            <a:defPPr algn="l">
              <a:defRPr sz="2175">
                <a:solidFill>
                  <a:srgbClr val="171717"/>
                </a:solidFill>
                <a:latin typeface="Roboto Medium"/>
                <a:ea typeface="Roboto Medium"/>
                <a:cs typeface="Roboto Medium"/>
              </a:defRPr>
            </a:defPPr>
            <a:lvl1pPr algn="l">
              <a:buNone/>
              <a:defRPr sz="2175">
                <a:solidFill>
                  <a:srgbClr val="171717"/>
                </a:solidFill>
                <a:latin typeface="Roboto Medium"/>
                <a:ea typeface="Roboto Medium"/>
                <a:cs typeface="Roboto Medium"/>
              </a:defRPr>
            </a:lvl1pPr>
            <a:lvl2pPr algn="l">
              <a:buNone/>
              <a:defRPr sz="2175">
                <a:solidFill>
                  <a:srgbClr val="171717"/>
                </a:solidFill>
                <a:latin typeface="Roboto Medium"/>
                <a:ea typeface="Roboto Medium"/>
                <a:cs typeface="Roboto Medium"/>
              </a:defRPr>
            </a:lvl2pPr>
            <a:lvl3pPr algn="l">
              <a:buNone/>
              <a:defRPr sz="2175">
                <a:solidFill>
                  <a:srgbClr val="171717"/>
                </a:solidFill>
                <a:latin typeface="Roboto Medium"/>
                <a:ea typeface="Roboto Medium"/>
                <a:cs typeface="Roboto Medium"/>
              </a:defRPr>
            </a:lvl3pPr>
            <a:lvl4pPr algn="l">
              <a:buNone/>
              <a:defRPr sz="2175">
                <a:solidFill>
                  <a:srgbClr val="171717"/>
                </a:solidFill>
                <a:latin typeface="Roboto Medium"/>
                <a:ea typeface="Roboto Medium"/>
                <a:cs typeface="Roboto Medium"/>
              </a:defRPr>
            </a:lvl4pPr>
            <a:lvl5pPr algn="l">
              <a:buNone/>
              <a:defRPr sz="2175">
                <a:solidFill>
                  <a:srgbClr val="171717"/>
                </a:solidFill>
                <a:latin typeface="Roboto Medium"/>
                <a:ea typeface="Roboto Medium"/>
                <a:cs typeface="Roboto Medium"/>
              </a:defRPr>
            </a:lvl5pPr>
            <a:lvl6pPr algn="l">
              <a:buNone/>
              <a:defRPr sz="2175">
                <a:solidFill>
                  <a:srgbClr val="171717"/>
                </a:solidFill>
                <a:latin typeface="Roboto Medium"/>
                <a:ea typeface="Roboto Medium"/>
                <a:cs typeface="Roboto Medium"/>
              </a:defRPr>
            </a:lvl6pPr>
            <a:lvl7pPr algn="l">
              <a:buNone/>
              <a:defRPr sz="2175">
                <a:solidFill>
                  <a:srgbClr val="171717"/>
                </a:solidFill>
                <a:latin typeface="Roboto Medium"/>
                <a:ea typeface="Roboto Medium"/>
                <a:cs typeface="Roboto Medium"/>
              </a:defRPr>
            </a:lvl7pPr>
            <a:lvl8pPr algn="l">
              <a:buNone/>
              <a:defRPr sz="2175">
                <a:solidFill>
                  <a:srgbClr val="171717"/>
                </a:solidFill>
                <a:latin typeface="Roboto Medium"/>
                <a:ea typeface="Roboto Medium"/>
                <a:cs typeface="Roboto Medium"/>
              </a:defRPr>
            </a:lvl8pPr>
            <a:lvl9pPr algn="l">
              <a:buNone/>
              <a:defRPr sz="2175">
                <a:solidFill>
                  <a:srgbClr val="171717"/>
                </a:solidFill>
                <a:latin typeface="Roboto Medium"/>
                <a:ea typeface="Roboto Medium"/>
                <a:cs typeface="Roboto Medium"/>
              </a:defRPr>
            </a:lvl9pPr>
          </a:lstStyle>
          <a:p>
            <a:pPr marL="0" lvl="0" indent="0" algn="l">
              <a:lnSpc>
                <a:spcPct val="115000"/>
              </a:lnSpc>
              <a:spcBef>
                <a:spcPts val="0"/>
              </a:spcBef>
              <a:spcAft>
                <a:spcPts val="0"/>
              </a:spcAft>
              <a:buNone/>
              <a:defRPr sz="2175">
                <a:solidFill>
                  <a:srgbClr val="171717"/>
                </a:solidFill>
                <a:latin typeface="Roboto Medium"/>
                <a:ea typeface="Roboto Medium"/>
                <a:cs typeface="Roboto Medium"/>
              </a:defRPr>
            </a:pPr>
            <a:r>
              <a:rPr sz="2175">
                <a:solidFill>
                  <a:srgbClr val="171717"/>
                </a:solidFill>
                <a:latin typeface="Roboto Medium"/>
                <a:ea typeface="Roboto Medium"/>
                <a:cs typeface="Roboto Medium"/>
              </a:rPr>
              <a:t>Модель определяет границы ФИО и организаций</a:t>
            </a:r>
            <a:endParaRPr sz="2300">
              <a:solidFill>
                <a:schemeClr val="dk1"/>
              </a:solidFill>
              <a:latin typeface="Roboto Medium"/>
              <a:ea typeface="Roboto Medium"/>
              <a:cs typeface="Roboto Medium"/>
            </a:endParaRPr>
          </a:p>
          <a:p>
            <a:pPr marL="0" lvl="0" indent="0" algn="l">
              <a:lnSpc>
                <a:spcPct val="115000"/>
              </a:lnSpc>
              <a:spcBef>
                <a:spcPts val="0"/>
              </a:spcBef>
              <a:spcAft>
                <a:spcPts val="0"/>
              </a:spcAft>
              <a:buNone/>
              <a:defRPr sz="2175">
                <a:solidFill>
                  <a:srgbClr val="171717"/>
                </a:solidFill>
                <a:latin typeface="Roboto Medium"/>
                <a:ea typeface="Roboto Medium"/>
                <a:cs typeface="Roboto Medium"/>
              </a:defRPr>
            </a:pPr>
            <a:r>
              <a:rPr sz="2175">
                <a:solidFill>
                  <a:srgbClr val="171717"/>
                </a:solidFill>
                <a:latin typeface="Roboto Medium"/>
                <a:ea typeface="Roboto Medium"/>
                <a:cs typeface="Roboto Medium"/>
              </a:rPr>
              <a:t>и присваивает словам BIO-метки.</a:t>
            </a:r>
            <a:endParaRPr sz="2300">
              <a:solidFill>
                <a:schemeClr val="dk1"/>
              </a:solidFill>
              <a:latin typeface="Roboto Medium"/>
              <a:ea typeface="Roboto Medium"/>
              <a:cs typeface="Roboto Medium"/>
            </a:endParaRPr>
          </a:p>
          <a:p>
            <a:pPr marL="0" lvl="0" indent="0" algn="l">
              <a:lnSpc>
                <a:spcPct val="115000"/>
              </a:lnSpc>
              <a:spcBef>
                <a:spcPts val="0"/>
              </a:spcBef>
              <a:spcAft>
                <a:spcPts val="0"/>
              </a:spcAft>
              <a:buNone/>
            </a:pPr>
            <a:endParaRPr/>
          </a:p>
          <a:p>
            <a:pPr marL="0" lvl="0" indent="0" algn="l">
              <a:lnSpc>
                <a:spcPct val="115000"/>
              </a:lnSpc>
              <a:spcBef>
                <a:spcPts val="0"/>
              </a:spcBef>
              <a:spcAft>
                <a:spcPts val="0"/>
              </a:spcAft>
              <a:buNone/>
              <a:defRPr sz="2175">
                <a:solidFill>
                  <a:srgbClr val="171717"/>
                </a:solidFill>
                <a:latin typeface="Roboto Medium"/>
                <a:ea typeface="Roboto Medium"/>
                <a:cs typeface="Roboto Medium"/>
              </a:defRPr>
            </a:pPr>
            <a:r>
              <a:rPr sz="2175">
                <a:solidFill>
                  <a:srgbClr val="171717"/>
                </a:solidFill>
                <a:latin typeface="Roboto Medium"/>
                <a:ea typeface="Roboto Medium"/>
                <a:cs typeface="Roboto Medium"/>
              </a:rPr>
              <a:t>B: начало, I: продолжение, O: обычный текст</a:t>
            </a:r>
            <a:endParaRPr/>
          </a:p>
        </p:txBody>
      </p:sp>
      <p:sp>
        <p:nvSpPr>
          <p:cNvPr id="369" name="Иван">
            <a:extLst>
              <a:ext uri="{FF2B5EF4-FFF2-40B4-BE49-F238E27FC236}">
                <a16:creationId xmlns:a16="http://schemas.microsoft.com/office/drawing/2014/main" id="{2E9EBFE1-A8EB-432C-BE65-9D34C0453682}"/>
              </a:ext>
            </a:extLst>
          </p:cNvPr>
          <p:cNvSpPr>
            <a:spLocks noGrp="1"/>
          </p:cNvSpPr>
          <p:nvPr/>
        </p:nvSpPr>
        <p:spPr>
          <a:xfrm>
            <a:off x="781050" y="4162425"/>
            <a:ext cx="1476375" cy="342900"/>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buNone/>
              <a:defRPr sz="1725" b="1">
                <a:solidFill>
                  <a:srgbClr val="3F299A"/>
                </a:solidFill>
                <a:latin typeface="Roboto"/>
                <a:ea typeface="Roboto"/>
                <a:cs typeface="Roboto"/>
              </a:defRPr>
            </a:lvl1pPr>
            <a:lvl2pPr algn="l">
              <a:buNone/>
              <a:defRPr sz="1725" b="1">
                <a:solidFill>
                  <a:srgbClr val="3F299A"/>
                </a:solidFill>
                <a:latin typeface="Roboto"/>
                <a:ea typeface="Roboto"/>
                <a:cs typeface="Roboto"/>
              </a:defRPr>
            </a:lvl2pPr>
            <a:lvl3pPr algn="l">
              <a:buNone/>
              <a:defRPr sz="1725" b="1">
                <a:solidFill>
                  <a:srgbClr val="3F299A"/>
                </a:solidFill>
                <a:latin typeface="Roboto"/>
                <a:ea typeface="Roboto"/>
                <a:cs typeface="Roboto"/>
              </a:defRPr>
            </a:lvl3pPr>
            <a:lvl4pPr algn="l">
              <a:buNone/>
              <a:defRPr sz="1725" b="1">
                <a:solidFill>
                  <a:srgbClr val="3F299A"/>
                </a:solidFill>
                <a:latin typeface="Roboto"/>
                <a:ea typeface="Roboto"/>
                <a:cs typeface="Roboto"/>
              </a:defRPr>
            </a:lvl4pPr>
            <a:lvl5pPr algn="l">
              <a:buNone/>
              <a:defRPr sz="1725" b="1">
                <a:solidFill>
                  <a:srgbClr val="3F299A"/>
                </a:solidFill>
                <a:latin typeface="Roboto"/>
                <a:ea typeface="Roboto"/>
                <a:cs typeface="Roboto"/>
              </a:defRPr>
            </a:lvl5pPr>
            <a:lvl6pPr algn="l">
              <a:buNone/>
              <a:defRPr sz="1725" b="1">
                <a:solidFill>
                  <a:srgbClr val="3F299A"/>
                </a:solidFill>
                <a:latin typeface="Roboto"/>
                <a:ea typeface="Roboto"/>
                <a:cs typeface="Roboto"/>
              </a:defRPr>
            </a:lvl6pPr>
            <a:lvl7pPr algn="l">
              <a:buNone/>
              <a:defRPr sz="1725" b="1">
                <a:solidFill>
                  <a:srgbClr val="3F299A"/>
                </a:solidFill>
                <a:latin typeface="Roboto"/>
                <a:ea typeface="Roboto"/>
                <a:cs typeface="Roboto"/>
              </a:defRPr>
            </a:lvl7pPr>
            <a:lvl8pPr algn="l">
              <a:buNone/>
              <a:defRPr sz="1725" b="1">
                <a:solidFill>
                  <a:srgbClr val="3F299A"/>
                </a:solidFill>
                <a:latin typeface="Roboto"/>
                <a:ea typeface="Roboto"/>
                <a:cs typeface="Roboto"/>
              </a:defRPr>
            </a:lvl8pPr>
            <a:lvl9pPr algn="l">
              <a:buNone/>
              <a:defRPr sz="1725" b="1">
                <a:solidFill>
                  <a:srgbClr val="3F299A"/>
                </a:solidFill>
                <a:latin typeface="Roboto"/>
                <a:ea typeface="Roboto"/>
                <a:cs typeface="Roboto"/>
              </a:defRPr>
            </a:lvl9pPr>
          </a:lstStyle>
          <a:p>
            <a:pPr algn="l">
              <a:buNone/>
              <a:defRPr sz="1725" b="1">
                <a:solidFill>
                  <a:srgbClr val="3F299A"/>
                </a:solidFill>
                <a:latin typeface="Roboto"/>
                <a:ea typeface="Roboto"/>
                <a:cs typeface="Roboto"/>
              </a:defRPr>
            </a:pPr>
            <a:r>
              <a:rPr sz="1725" b="1">
                <a:solidFill>
                  <a:srgbClr val="3F299A"/>
                </a:solidFill>
                <a:latin typeface="Roboto"/>
                <a:ea typeface="Roboto"/>
                <a:cs typeface="Roboto"/>
              </a:rPr>
              <a:t>Иван</a:t>
            </a:r>
          </a:p>
        </p:txBody>
      </p:sp>
      <p:sp>
        <p:nvSpPr>
          <p:cNvPr id="370" name="B-PER">
            <a:extLst>
              <a:ext uri="{FF2B5EF4-FFF2-40B4-BE49-F238E27FC236}">
                <a16:creationId xmlns:a16="http://schemas.microsoft.com/office/drawing/2014/main" id="{9A104CBF-B149-40C0-9333-7B9F26D32A90}"/>
              </a:ext>
            </a:extLst>
          </p:cNvPr>
          <p:cNvSpPr>
            <a:spLocks noGrp="1"/>
          </p:cNvSpPr>
          <p:nvPr/>
        </p:nvSpPr>
        <p:spPr>
          <a:xfrm>
            <a:off x="781050" y="4533900"/>
            <a:ext cx="1476375" cy="285750"/>
          </a:xfrm>
          <a:prstGeom prst="rect">
            <a:avLst/>
          </a:prstGeom>
          <a:noFill/>
          <a:ln w="0">
            <a:noFill/>
          </a:ln>
        </p:spPr>
        <p:txBody>
          <a:bodyPr wrap="square" lIns="0" tIns="0" rIns="0" bIns="0" anchor="t">
            <a:noAutofit/>
          </a:bodyPr>
          <a:lstStyle>
            <a:defPPr algn="l">
              <a:defRPr sz="1575">
                <a:solidFill>
                  <a:srgbClr val="171717"/>
                </a:solidFill>
                <a:latin typeface="Courier New"/>
                <a:ea typeface="Courier New"/>
                <a:cs typeface="Courier New"/>
              </a:defRPr>
            </a:defPPr>
            <a:lvl1pPr algn="l">
              <a:buNone/>
              <a:defRPr sz="1575">
                <a:solidFill>
                  <a:srgbClr val="171717"/>
                </a:solidFill>
                <a:latin typeface="Courier New"/>
                <a:ea typeface="Courier New"/>
                <a:cs typeface="Courier New"/>
              </a:defRPr>
            </a:lvl1pPr>
            <a:lvl2pPr algn="l">
              <a:buNone/>
              <a:defRPr sz="1575">
                <a:solidFill>
                  <a:srgbClr val="171717"/>
                </a:solidFill>
                <a:latin typeface="Courier New"/>
                <a:ea typeface="Courier New"/>
                <a:cs typeface="Courier New"/>
              </a:defRPr>
            </a:lvl2pPr>
            <a:lvl3pPr algn="l">
              <a:buNone/>
              <a:defRPr sz="1575">
                <a:solidFill>
                  <a:srgbClr val="171717"/>
                </a:solidFill>
                <a:latin typeface="Courier New"/>
                <a:ea typeface="Courier New"/>
                <a:cs typeface="Courier New"/>
              </a:defRPr>
            </a:lvl3pPr>
            <a:lvl4pPr algn="l">
              <a:buNone/>
              <a:defRPr sz="1575">
                <a:solidFill>
                  <a:srgbClr val="171717"/>
                </a:solidFill>
                <a:latin typeface="Courier New"/>
                <a:ea typeface="Courier New"/>
                <a:cs typeface="Courier New"/>
              </a:defRPr>
            </a:lvl4pPr>
            <a:lvl5pPr algn="l">
              <a:buNone/>
              <a:defRPr sz="1575">
                <a:solidFill>
                  <a:srgbClr val="171717"/>
                </a:solidFill>
                <a:latin typeface="Courier New"/>
                <a:ea typeface="Courier New"/>
                <a:cs typeface="Courier New"/>
              </a:defRPr>
            </a:lvl5pPr>
            <a:lvl6pPr algn="l">
              <a:buNone/>
              <a:defRPr sz="1575">
                <a:solidFill>
                  <a:srgbClr val="171717"/>
                </a:solidFill>
                <a:latin typeface="Courier New"/>
                <a:ea typeface="Courier New"/>
                <a:cs typeface="Courier New"/>
              </a:defRPr>
            </a:lvl6pPr>
            <a:lvl7pPr algn="l">
              <a:buNone/>
              <a:defRPr sz="1575">
                <a:solidFill>
                  <a:srgbClr val="171717"/>
                </a:solidFill>
                <a:latin typeface="Courier New"/>
                <a:ea typeface="Courier New"/>
                <a:cs typeface="Courier New"/>
              </a:defRPr>
            </a:lvl7pPr>
            <a:lvl8pPr algn="l">
              <a:buNone/>
              <a:defRPr sz="1575">
                <a:solidFill>
                  <a:srgbClr val="171717"/>
                </a:solidFill>
                <a:latin typeface="Courier New"/>
                <a:ea typeface="Courier New"/>
                <a:cs typeface="Courier New"/>
              </a:defRPr>
            </a:lvl8pPr>
            <a:lvl9pPr algn="l">
              <a:buNone/>
              <a:defRPr sz="1575">
                <a:solidFill>
                  <a:srgbClr val="171717"/>
                </a:solidFill>
                <a:latin typeface="Courier New"/>
                <a:ea typeface="Courier New"/>
                <a:cs typeface="Courier New"/>
              </a:defRPr>
            </a:lvl9pPr>
          </a:lstStyle>
          <a:p>
            <a:pPr algn="l">
              <a:buNone/>
              <a:defRPr sz="1575">
                <a:solidFill>
                  <a:srgbClr val="171717"/>
                </a:solidFill>
                <a:latin typeface="Courier New"/>
                <a:ea typeface="Courier New"/>
                <a:cs typeface="Courier New"/>
              </a:defRPr>
            </a:pPr>
            <a:r>
              <a:rPr sz="1575">
                <a:solidFill>
                  <a:srgbClr val="171717"/>
                </a:solidFill>
                <a:latin typeface="Courier New"/>
                <a:ea typeface="Courier New"/>
                <a:cs typeface="Courier New"/>
              </a:rPr>
              <a:t>B-PER</a:t>
            </a:r>
          </a:p>
        </p:txBody>
      </p:sp>
      <p:sp>
        <p:nvSpPr>
          <p:cNvPr id="371" name="Петров">
            <a:extLst>
              <a:ext uri="{FF2B5EF4-FFF2-40B4-BE49-F238E27FC236}">
                <a16:creationId xmlns:a16="http://schemas.microsoft.com/office/drawing/2014/main" id="{1F8E1489-68BF-4228-AEEC-F32411261C80}"/>
              </a:ext>
            </a:extLst>
          </p:cNvPr>
          <p:cNvSpPr>
            <a:spLocks noGrp="1"/>
          </p:cNvSpPr>
          <p:nvPr/>
        </p:nvSpPr>
        <p:spPr>
          <a:xfrm>
            <a:off x="2114550" y="4162425"/>
            <a:ext cx="1476375" cy="342900"/>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buNone/>
              <a:defRPr sz="1725" b="1">
                <a:solidFill>
                  <a:srgbClr val="3F299A"/>
                </a:solidFill>
                <a:latin typeface="Roboto"/>
                <a:ea typeface="Roboto"/>
                <a:cs typeface="Roboto"/>
              </a:defRPr>
            </a:lvl1pPr>
            <a:lvl2pPr algn="l">
              <a:buNone/>
              <a:defRPr sz="1725" b="1">
                <a:solidFill>
                  <a:srgbClr val="3F299A"/>
                </a:solidFill>
                <a:latin typeface="Roboto"/>
                <a:ea typeface="Roboto"/>
                <a:cs typeface="Roboto"/>
              </a:defRPr>
            </a:lvl2pPr>
            <a:lvl3pPr algn="l">
              <a:buNone/>
              <a:defRPr sz="1725" b="1">
                <a:solidFill>
                  <a:srgbClr val="3F299A"/>
                </a:solidFill>
                <a:latin typeface="Roboto"/>
                <a:ea typeface="Roboto"/>
                <a:cs typeface="Roboto"/>
              </a:defRPr>
            </a:lvl3pPr>
            <a:lvl4pPr algn="l">
              <a:buNone/>
              <a:defRPr sz="1725" b="1">
                <a:solidFill>
                  <a:srgbClr val="3F299A"/>
                </a:solidFill>
                <a:latin typeface="Roboto"/>
                <a:ea typeface="Roboto"/>
                <a:cs typeface="Roboto"/>
              </a:defRPr>
            </a:lvl4pPr>
            <a:lvl5pPr algn="l">
              <a:buNone/>
              <a:defRPr sz="1725" b="1">
                <a:solidFill>
                  <a:srgbClr val="3F299A"/>
                </a:solidFill>
                <a:latin typeface="Roboto"/>
                <a:ea typeface="Roboto"/>
                <a:cs typeface="Roboto"/>
              </a:defRPr>
            </a:lvl5pPr>
            <a:lvl6pPr algn="l">
              <a:buNone/>
              <a:defRPr sz="1725" b="1">
                <a:solidFill>
                  <a:srgbClr val="3F299A"/>
                </a:solidFill>
                <a:latin typeface="Roboto"/>
                <a:ea typeface="Roboto"/>
                <a:cs typeface="Roboto"/>
              </a:defRPr>
            </a:lvl6pPr>
            <a:lvl7pPr algn="l">
              <a:buNone/>
              <a:defRPr sz="1725" b="1">
                <a:solidFill>
                  <a:srgbClr val="3F299A"/>
                </a:solidFill>
                <a:latin typeface="Roboto"/>
                <a:ea typeface="Roboto"/>
                <a:cs typeface="Roboto"/>
              </a:defRPr>
            </a:lvl7pPr>
            <a:lvl8pPr algn="l">
              <a:buNone/>
              <a:defRPr sz="1725" b="1">
                <a:solidFill>
                  <a:srgbClr val="3F299A"/>
                </a:solidFill>
                <a:latin typeface="Roboto"/>
                <a:ea typeface="Roboto"/>
                <a:cs typeface="Roboto"/>
              </a:defRPr>
            </a:lvl8pPr>
            <a:lvl9pPr algn="l">
              <a:buNone/>
              <a:defRPr sz="1725" b="1">
                <a:solidFill>
                  <a:srgbClr val="3F299A"/>
                </a:solidFill>
                <a:latin typeface="Roboto"/>
                <a:ea typeface="Roboto"/>
                <a:cs typeface="Roboto"/>
              </a:defRPr>
            </a:lvl9pPr>
          </a:lstStyle>
          <a:p>
            <a:pPr algn="l">
              <a:buNone/>
              <a:defRPr sz="1725" b="1">
                <a:solidFill>
                  <a:srgbClr val="3F299A"/>
                </a:solidFill>
                <a:latin typeface="Roboto"/>
                <a:ea typeface="Roboto"/>
                <a:cs typeface="Roboto"/>
              </a:defRPr>
            </a:pPr>
            <a:r>
              <a:rPr sz="1725" b="1">
                <a:solidFill>
                  <a:srgbClr val="3F299A"/>
                </a:solidFill>
                <a:latin typeface="Roboto"/>
                <a:ea typeface="Roboto"/>
                <a:cs typeface="Roboto"/>
              </a:rPr>
              <a:t>Петров</a:t>
            </a:r>
          </a:p>
        </p:txBody>
      </p:sp>
      <p:sp>
        <p:nvSpPr>
          <p:cNvPr id="372" name="I-PER">
            <a:extLst>
              <a:ext uri="{FF2B5EF4-FFF2-40B4-BE49-F238E27FC236}">
                <a16:creationId xmlns:a16="http://schemas.microsoft.com/office/drawing/2014/main" id="{EF50027E-A7BE-4E0E-8672-20F35C692C5A}"/>
              </a:ext>
            </a:extLst>
          </p:cNvPr>
          <p:cNvSpPr>
            <a:spLocks noGrp="1"/>
          </p:cNvSpPr>
          <p:nvPr/>
        </p:nvSpPr>
        <p:spPr>
          <a:xfrm>
            <a:off x="2114550" y="4533900"/>
            <a:ext cx="1476375" cy="285750"/>
          </a:xfrm>
          <a:prstGeom prst="rect">
            <a:avLst/>
          </a:prstGeom>
          <a:noFill/>
          <a:ln w="0">
            <a:noFill/>
          </a:ln>
        </p:spPr>
        <p:txBody>
          <a:bodyPr wrap="square" lIns="0" tIns="0" rIns="0" bIns="0" anchor="t">
            <a:noAutofit/>
          </a:bodyPr>
          <a:lstStyle>
            <a:defPPr algn="l">
              <a:defRPr sz="1575">
                <a:solidFill>
                  <a:srgbClr val="171717"/>
                </a:solidFill>
                <a:latin typeface="Courier New"/>
                <a:ea typeface="Courier New"/>
                <a:cs typeface="Courier New"/>
              </a:defRPr>
            </a:defPPr>
            <a:lvl1pPr algn="l">
              <a:buNone/>
              <a:defRPr sz="1575">
                <a:solidFill>
                  <a:srgbClr val="171717"/>
                </a:solidFill>
                <a:latin typeface="Courier New"/>
                <a:ea typeface="Courier New"/>
                <a:cs typeface="Courier New"/>
              </a:defRPr>
            </a:lvl1pPr>
            <a:lvl2pPr algn="l">
              <a:buNone/>
              <a:defRPr sz="1575">
                <a:solidFill>
                  <a:srgbClr val="171717"/>
                </a:solidFill>
                <a:latin typeface="Courier New"/>
                <a:ea typeface="Courier New"/>
                <a:cs typeface="Courier New"/>
              </a:defRPr>
            </a:lvl2pPr>
            <a:lvl3pPr algn="l">
              <a:buNone/>
              <a:defRPr sz="1575">
                <a:solidFill>
                  <a:srgbClr val="171717"/>
                </a:solidFill>
                <a:latin typeface="Courier New"/>
                <a:ea typeface="Courier New"/>
                <a:cs typeface="Courier New"/>
              </a:defRPr>
            </a:lvl3pPr>
            <a:lvl4pPr algn="l">
              <a:buNone/>
              <a:defRPr sz="1575">
                <a:solidFill>
                  <a:srgbClr val="171717"/>
                </a:solidFill>
                <a:latin typeface="Courier New"/>
                <a:ea typeface="Courier New"/>
                <a:cs typeface="Courier New"/>
              </a:defRPr>
            </a:lvl4pPr>
            <a:lvl5pPr algn="l">
              <a:buNone/>
              <a:defRPr sz="1575">
                <a:solidFill>
                  <a:srgbClr val="171717"/>
                </a:solidFill>
                <a:latin typeface="Courier New"/>
                <a:ea typeface="Courier New"/>
                <a:cs typeface="Courier New"/>
              </a:defRPr>
            </a:lvl5pPr>
            <a:lvl6pPr algn="l">
              <a:buNone/>
              <a:defRPr sz="1575">
                <a:solidFill>
                  <a:srgbClr val="171717"/>
                </a:solidFill>
                <a:latin typeface="Courier New"/>
                <a:ea typeface="Courier New"/>
                <a:cs typeface="Courier New"/>
              </a:defRPr>
            </a:lvl6pPr>
            <a:lvl7pPr algn="l">
              <a:buNone/>
              <a:defRPr sz="1575">
                <a:solidFill>
                  <a:srgbClr val="171717"/>
                </a:solidFill>
                <a:latin typeface="Courier New"/>
                <a:ea typeface="Courier New"/>
                <a:cs typeface="Courier New"/>
              </a:defRPr>
            </a:lvl7pPr>
            <a:lvl8pPr algn="l">
              <a:buNone/>
              <a:defRPr sz="1575">
                <a:solidFill>
                  <a:srgbClr val="171717"/>
                </a:solidFill>
                <a:latin typeface="Courier New"/>
                <a:ea typeface="Courier New"/>
                <a:cs typeface="Courier New"/>
              </a:defRPr>
            </a:lvl8pPr>
            <a:lvl9pPr algn="l">
              <a:buNone/>
              <a:defRPr sz="1575">
                <a:solidFill>
                  <a:srgbClr val="171717"/>
                </a:solidFill>
                <a:latin typeface="Courier New"/>
                <a:ea typeface="Courier New"/>
                <a:cs typeface="Courier New"/>
              </a:defRPr>
            </a:lvl9pPr>
          </a:lstStyle>
          <a:p>
            <a:pPr algn="l">
              <a:buNone/>
              <a:defRPr sz="1575">
                <a:solidFill>
                  <a:srgbClr val="171717"/>
                </a:solidFill>
                <a:latin typeface="Courier New"/>
                <a:ea typeface="Courier New"/>
                <a:cs typeface="Courier New"/>
              </a:defRPr>
            </a:pPr>
            <a:r>
              <a:rPr sz="1575">
                <a:solidFill>
                  <a:srgbClr val="171717"/>
                </a:solidFill>
                <a:latin typeface="Courier New"/>
                <a:ea typeface="Courier New"/>
                <a:cs typeface="Courier New"/>
              </a:rPr>
              <a:t>I-PER</a:t>
            </a:r>
          </a:p>
        </p:txBody>
      </p:sp>
      <p:sp>
        <p:nvSpPr>
          <p:cNvPr id="373" name="работает">
            <a:extLst>
              <a:ext uri="{FF2B5EF4-FFF2-40B4-BE49-F238E27FC236}">
                <a16:creationId xmlns:a16="http://schemas.microsoft.com/office/drawing/2014/main" id="{4D92D17D-63A6-4AC7-ADE3-B9F62808BDA7}"/>
              </a:ext>
            </a:extLst>
          </p:cNvPr>
          <p:cNvSpPr>
            <a:spLocks noGrp="1"/>
          </p:cNvSpPr>
          <p:nvPr/>
        </p:nvSpPr>
        <p:spPr>
          <a:xfrm>
            <a:off x="3638550" y="4162425"/>
            <a:ext cx="1476375" cy="342900"/>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buNone/>
              <a:defRPr sz="1725" b="1">
                <a:solidFill>
                  <a:srgbClr val="3F299A"/>
                </a:solidFill>
                <a:latin typeface="Roboto"/>
                <a:ea typeface="Roboto"/>
                <a:cs typeface="Roboto"/>
              </a:defRPr>
            </a:lvl1pPr>
            <a:lvl2pPr algn="l">
              <a:buNone/>
              <a:defRPr sz="1725" b="1">
                <a:solidFill>
                  <a:srgbClr val="3F299A"/>
                </a:solidFill>
                <a:latin typeface="Roboto"/>
                <a:ea typeface="Roboto"/>
                <a:cs typeface="Roboto"/>
              </a:defRPr>
            </a:lvl2pPr>
            <a:lvl3pPr algn="l">
              <a:buNone/>
              <a:defRPr sz="1725" b="1">
                <a:solidFill>
                  <a:srgbClr val="3F299A"/>
                </a:solidFill>
                <a:latin typeface="Roboto"/>
                <a:ea typeface="Roboto"/>
                <a:cs typeface="Roboto"/>
              </a:defRPr>
            </a:lvl3pPr>
            <a:lvl4pPr algn="l">
              <a:buNone/>
              <a:defRPr sz="1725" b="1">
                <a:solidFill>
                  <a:srgbClr val="3F299A"/>
                </a:solidFill>
                <a:latin typeface="Roboto"/>
                <a:ea typeface="Roboto"/>
                <a:cs typeface="Roboto"/>
              </a:defRPr>
            </a:lvl4pPr>
            <a:lvl5pPr algn="l">
              <a:buNone/>
              <a:defRPr sz="1725" b="1">
                <a:solidFill>
                  <a:srgbClr val="3F299A"/>
                </a:solidFill>
                <a:latin typeface="Roboto"/>
                <a:ea typeface="Roboto"/>
                <a:cs typeface="Roboto"/>
              </a:defRPr>
            </a:lvl5pPr>
            <a:lvl6pPr algn="l">
              <a:buNone/>
              <a:defRPr sz="1725" b="1">
                <a:solidFill>
                  <a:srgbClr val="3F299A"/>
                </a:solidFill>
                <a:latin typeface="Roboto"/>
                <a:ea typeface="Roboto"/>
                <a:cs typeface="Roboto"/>
              </a:defRPr>
            </a:lvl6pPr>
            <a:lvl7pPr algn="l">
              <a:buNone/>
              <a:defRPr sz="1725" b="1">
                <a:solidFill>
                  <a:srgbClr val="3F299A"/>
                </a:solidFill>
                <a:latin typeface="Roboto"/>
                <a:ea typeface="Roboto"/>
                <a:cs typeface="Roboto"/>
              </a:defRPr>
            </a:lvl7pPr>
            <a:lvl8pPr algn="l">
              <a:buNone/>
              <a:defRPr sz="1725" b="1">
                <a:solidFill>
                  <a:srgbClr val="3F299A"/>
                </a:solidFill>
                <a:latin typeface="Roboto"/>
                <a:ea typeface="Roboto"/>
                <a:cs typeface="Roboto"/>
              </a:defRPr>
            </a:lvl8pPr>
            <a:lvl9pPr algn="l">
              <a:buNone/>
              <a:defRPr sz="1725" b="1">
                <a:solidFill>
                  <a:srgbClr val="3F299A"/>
                </a:solidFill>
                <a:latin typeface="Roboto"/>
                <a:ea typeface="Roboto"/>
                <a:cs typeface="Roboto"/>
              </a:defRPr>
            </a:lvl9pPr>
          </a:lstStyle>
          <a:p>
            <a:pPr algn="l">
              <a:buNone/>
              <a:defRPr sz="1725" b="1">
                <a:solidFill>
                  <a:srgbClr val="3F299A"/>
                </a:solidFill>
                <a:latin typeface="Roboto"/>
                <a:ea typeface="Roboto"/>
                <a:cs typeface="Roboto"/>
              </a:defRPr>
            </a:pPr>
            <a:r>
              <a:rPr sz="1725" b="1">
                <a:solidFill>
                  <a:srgbClr val="3F299A"/>
                </a:solidFill>
                <a:latin typeface="Roboto"/>
                <a:ea typeface="Roboto"/>
                <a:cs typeface="Roboto"/>
              </a:rPr>
              <a:t>работает</a:t>
            </a:r>
          </a:p>
        </p:txBody>
      </p:sp>
      <p:sp>
        <p:nvSpPr>
          <p:cNvPr id="374" name="O">
            <a:extLst>
              <a:ext uri="{FF2B5EF4-FFF2-40B4-BE49-F238E27FC236}">
                <a16:creationId xmlns:a16="http://schemas.microsoft.com/office/drawing/2014/main" id="{98DE47CD-BFAB-45E7-9EE3-76022F47C8BB}"/>
              </a:ext>
            </a:extLst>
          </p:cNvPr>
          <p:cNvSpPr>
            <a:spLocks noGrp="1"/>
          </p:cNvSpPr>
          <p:nvPr/>
        </p:nvSpPr>
        <p:spPr>
          <a:xfrm>
            <a:off x="3638550" y="4533900"/>
            <a:ext cx="1476375" cy="285750"/>
          </a:xfrm>
          <a:prstGeom prst="rect">
            <a:avLst/>
          </a:prstGeom>
          <a:noFill/>
          <a:ln w="0">
            <a:noFill/>
          </a:ln>
        </p:spPr>
        <p:txBody>
          <a:bodyPr wrap="square" lIns="0" tIns="0" rIns="0" bIns="0" anchor="t">
            <a:noAutofit/>
          </a:bodyPr>
          <a:lstStyle>
            <a:defPPr algn="l">
              <a:defRPr sz="1575">
                <a:solidFill>
                  <a:srgbClr val="171717"/>
                </a:solidFill>
                <a:latin typeface="Courier New"/>
                <a:ea typeface="Courier New"/>
                <a:cs typeface="Courier New"/>
              </a:defRPr>
            </a:defPPr>
            <a:lvl1pPr algn="l">
              <a:buNone/>
              <a:defRPr sz="1575">
                <a:solidFill>
                  <a:srgbClr val="171717"/>
                </a:solidFill>
                <a:latin typeface="Courier New"/>
                <a:ea typeface="Courier New"/>
                <a:cs typeface="Courier New"/>
              </a:defRPr>
            </a:lvl1pPr>
            <a:lvl2pPr algn="l">
              <a:buNone/>
              <a:defRPr sz="1575">
                <a:solidFill>
                  <a:srgbClr val="171717"/>
                </a:solidFill>
                <a:latin typeface="Courier New"/>
                <a:ea typeface="Courier New"/>
                <a:cs typeface="Courier New"/>
              </a:defRPr>
            </a:lvl2pPr>
            <a:lvl3pPr algn="l">
              <a:buNone/>
              <a:defRPr sz="1575">
                <a:solidFill>
                  <a:srgbClr val="171717"/>
                </a:solidFill>
                <a:latin typeface="Courier New"/>
                <a:ea typeface="Courier New"/>
                <a:cs typeface="Courier New"/>
              </a:defRPr>
            </a:lvl3pPr>
            <a:lvl4pPr algn="l">
              <a:buNone/>
              <a:defRPr sz="1575">
                <a:solidFill>
                  <a:srgbClr val="171717"/>
                </a:solidFill>
                <a:latin typeface="Courier New"/>
                <a:ea typeface="Courier New"/>
                <a:cs typeface="Courier New"/>
              </a:defRPr>
            </a:lvl4pPr>
            <a:lvl5pPr algn="l">
              <a:buNone/>
              <a:defRPr sz="1575">
                <a:solidFill>
                  <a:srgbClr val="171717"/>
                </a:solidFill>
                <a:latin typeface="Courier New"/>
                <a:ea typeface="Courier New"/>
                <a:cs typeface="Courier New"/>
              </a:defRPr>
            </a:lvl5pPr>
            <a:lvl6pPr algn="l">
              <a:buNone/>
              <a:defRPr sz="1575">
                <a:solidFill>
                  <a:srgbClr val="171717"/>
                </a:solidFill>
                <a:latin typeface="Courier New"/>
                <a:ea typeface="Courier New"/>
                <a:cs typeface="Courier New"/>
              </a:defRPr>
            </a:lvl6pPr>
            <a:lvl7pPr algn="l">
              <a:buNone/>
              <a:defRPr sz="1575">
                <a:solidFill>
                  <a:srgbClr val="171717"/>
                </a:solidFill>
                <a:latin typeface="Courier New"/>
                <a:ea typeface="Courier New"/>
                <a:cs typeface="Courier New"/>
              </a:defRPr>
            </a:lvl7pPr>
            <a:lvl8pPr algn="l">
              <a:buNone/>
              <a:defRPr sz="1575">
                <a:solidFill>
                  <a:srgbClr val="171717"/>
                </a:solidFill>
                <a:latin typeface="Courier New"/>
                <a:ea typeface="Courier New"/>
                <a:cs typeface="Courier New"/>
              </a:defRPr>
            </a:lvl8pPr>
            <a:lvl9pPr algn="l">
              <a:buNone/>
              <a:defRPr sz="1575">
                <a:solidFill>
                  <a:srgbClr val="171717"/>
                </a:solidFill>
                <a:latin typeface="Courier New"/>
                <a:ea typeface="Courier New"/>
                <a:cs typeface="Courier New"/>
              </a:defRPr>
            </a:lvl9pPr>
          </a:lstStyle>
          <a:p>
            <a:pPr algn="l">
              <a:buNone/>
              <a:defRPr sz="1575">
                <a:solidFill>
                  <a:srgbClr val="171717"/>
                </a:solidFill>
                <a:latin typeface="Courier New"/>
                <a:ea typeface="Courier New"/>
                <a:cs typeface="Courier New"/>
              </a:defRPr>
            </a:pPr>
            <a:r>
              <a:rPr sz="1575">
                <a:solidFill>
                  <a:srgbClr val="171717"/>
                </a:solidFill>
                <a:latin typeface="Courier New"/>
                <a:ea typeface="Courier New"/>
                <a:cs typeface="Courier New"/>
              </a:rPr>
              <a:t>O</a:t>
            </a:r>
          </a:p>
        </p:txBody>
      </p:sp>
      <p:sp>
        <p:nvSpPr>
          <p:cNvPr id="375" name="в">
            <a:extLst>
              <a:ext uri="{FF2B5EF4-FFF2-40B4-BE49-F238E27FC236}">
                <a16:creationId xmlns:a16="http://schemas.microsoft.com/office/drawing/2014/main" id="{3C8F001F-9698-4F69-A5F8-D2F5EFD7F4C4}"/>
              </a:ext>
            </a:extLst>
          </p:cNvPr>
          <p:cNvSpPr>
            <a:spLocks noGrp="1"/>
          </p:cNvSpPr>
          <p:nvPr/>
        </p:nvSpPr>
        <p:spPr>
          <a:xfrm>
            <a:off x="5543550" y="4162425"/>
            <a:ext cx="1476375" cy="342900"/>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buNone/>
              <a:defRPr sz="1725" b="1">
                <a:solidFill>
                  <a:srgbClr val="3F299A"/>
                </a:solidFill>
                <a:latin typeface="Roboto"/>
                <a:ea typeface="Roboto"/>
                <a:cs typeface="Roboto"/>
              </a:defRPr>
            </a:lvl1pPr>
            <a:lvl2pPr algn="l">
              <a:buNone/>
              <a:defRPr sz="1725" b="1">
                <a:solidFill>
                  <a:srgbClr val="3F299A"/>
                </a:solidFill>
                <a:latin typeface="Roboto"/>
                <a:ea typeface="Roboto"/>
                <a:cs typeface="Roboto"/>
              </a:defRPr>
            </a:lvl2pPr>
            <a:lvl3pPr algn="l">
              <a:buNone/>
              <a:defRPr sz="1725" b="1">
                <a:solidFill>
                  <a:srgbClr val="3F299A"/>
                </a:solidFill>
                <a:latin typeface="Roboto"/>
                <a:ea typeface="Roboto"/>
                <a:cs typeface="Roboto"/>
              </a:defRPr>
            </a:lvl3pPr>
            <a:lvl4pPr algn="l">
              <a:buNone/>
              <a:defRPr sz="1725" b="1">
                <a:solidFill>
                  <a:srgbClr val="3F299A"/>
                </a:solidFill>
                <a:latin typeface="Roboto"/>
                <a:ea typeface="Roboto"/>
                <a:cs typeface="Roboto"/>
              </a:defRPr>
            </a:lvl4pPr>
            <a:lvl5pPr algn="l">
              <a:buNone/>
              <a:defRPr sz="1725" b="1">
                <a:solidFill>
                  <a:srgbClr val="3F299A"/>
                </a:solidFill>
                <a:latin typeface="Roboto"/>
                <a:ea typeface="Roboto"/>
                <a:cs typeface="Roboto"/>
              </a:defRPr>
            </a:lvl5pPr>
            <a:lvl6pPr algn="l">
              <a:buNone/>
              <a:defRPr sz="1725" b="1">
                <a:solidFill>
                  <a:srgbClr val="3F299A"/>
                </a:solidFill>
                <a:latin typeface="Roboto"/>
                <a:ea typeface="Roboto"/>
                <a:cs typeface="Roboto"/>
              </a:defRPr>
            </a:lvl6pPr>
            <a:lvl7pPr algn="l">
              <a:buNone/>
              <a:defRPr sz="1725" b="1">
                <a:solidFill>
                  <a:srgbClr val="3F299A"/>
                </a:solidFill>
                <a:latin typeface="Roboto"/>
                <a:ea typeface="Roboto"/>
                <a:cs typeface="Roboto"/>
              </a:defRPr>
            </a:lvl7pPr>
            <a:lvl8pPr algn="l">
              <a:buNone/>
              <a:defRPr sz="1725" b="1">
                <a:solidFill>
                  <a:srgbClr val="3F299A"/>
                </a:solidFill>
                <a:latin typeface="Roboto"/>
                <a:ea typeface="Roboto"/>
                <a:cs typeface="Roboto"/>
              </a:defRPr>
            </a:lvl8pPr>
            <a:lvl9pPr algn="l">
              <a:buNone/>
              <a:defRPr sz="1725" b="1">
                <a:solidFill>
                  <a:srgbClr val="3F299A"/>
                </a:solidFill>
                <a:latin typeface="Roboto"/>
                <a:ea typeface="Roboto"/>
                <a:cs typeface="Roboto"/>
              </a:defRPr>
            </a:lvl9pPr>
          </a:lstStyle>
          <a:p>
            <a:pPr algn="l">
              <a:buNone/>
              <a:defRPr sz="1725" b="1">
                <a:solidFill>
                  <a:srgbClr val="3F299A"/>
                </a:solidFill>
                <a:latin typeface="Roboto"/>
                <a:ea typeface="Roboto"/>
                <a:cs typeface="Roboto"/>
              </a:defRPr>
            </a:pPr>
            <a:r>
              <a:rPr sz="1725" b="1">
                <a:solidFill>
                  <a:srgbClr val="3F299A"/>
                </a:solidFill>
                <a:latin typeface="Roboto"/>
                <a:ea typeface="Roboto"/>
                <a:cs typeface="Roboto"/>
              </a:rPr>
              <a:t>в</a:t>
            </a:r>
          </a:p>
        </p:txBody>
      </p:sp>
      <p:sp>
        <p:nvSpPr>
          <p:cNvPr id="376" name="O">
            <a:extLst>
              <a:ext uri="{FF2B5EF4-FFF2-40B4-BE49-F238E27FC236}">
                <a16:creationId xmlns:a16="http://schemas.microsoft.com/office/drawing/2014/main" id="{13B55C5F-70DB-4735-AB7B-97E56C5B455E}"/>
              </a:ext>
            </a:extLst>
          </p:cNvPr>
          <p:cNvSpPr>
            <a:spLocks noGrp="1"/>
          </p:cNvSpPr>
          <p:nvPr/>
        </p:nvSpPr>
        <p:spPr>
          <a:xfrm>
            <a:off x="5543550" y="4533900"/>
            <a:ext cx="1476375" cy="285750"/>
          </a:xfrm>
          <a:prstGeom prst="rect">
            <a:avLst/>
          </a:prstGeom>
          <a:noFill/>
          <a:ln w="0">
            <a:noFill/>
          </a:ln>
        </p:spPr>
        <p:txBody>
          <a:bodyPr wrap="square" lIns="0" tIns="0" rIns="0" bIns="0" anchor="t">
            <a:noAutofit/>
          </a:bodyPr>
          <a:lstStyle>
            <a:defPPr algn="l">
              <a:defRPr sz="1575">
                <a:solidFill>
                  <a:srgbClr val="171717"/>
                </a:solidFill>
                <a:latin typeface="Courier New"/>
                <a:ea typeface="Courier New"/>
                <a:cs typeface="Courier New"/>
              </a:defRPr>
            </a:defPPr>
            <a:lvl1pPr algn="l">
              <a:buNone/>
              <a:defRPr sz="1575">
                <a:solidFill>
                  <a:srgbClr val="171717"/>
                </a:solidFill>
                <a:latin typeface="Courier New"/>
                <a:ea typeface="Courier New"/>
                <a:cs typeface="Courier New"/>
              </a:defRPr>
            </a:lvl1pPr>
            <a:lvl2pPr algn="l">
              <a:buNone/>
              <a:defRPr sz="1575">
                <a:solidFill>
                  <a:srgbClr val="171717"/>
                </a:solidFill>
                <a:latin typeface="Courier New"/>
                <a:ea typeface="Courier New"/>
                <a:cs typeface="Courier New"/>
              </a:defRPr>
            </a:lvl2pPr>
            <a:lvl3pPr algn="l">
              <a:buNone/>
              <a:defRPr sz="1575">
                <a:solidFill>
                  <a:srgbClr val="171717"/>
                </a:solidFill>
                <a:latin typeface="Courier New"/>
                <a:ea typeface="Courier New"/>
                <a:cs typeface="Courier New"/>
              </a:defRPr>
            </a:lvl3pPr>
            <a:lvl4pPr algn="l">
              <a:buNone/>
              <a:defRPr sz="1575">
                <a:solidFill>
                  <a:srgbClr val="171717"/>
                </a:solidFill>
                <a:latin typeface="Courier New"/>
                <a:ea typeface="Courier New"/>
                <a:cs typeface="Courier New"/>
              </a:defRPr>
            </a:lvl4pPr>
            <a:lvl5pPr algn="l">
              <a:buNone/>
              <a:defRPr sz="1575">
                <a:solidFill>
                  <a:srgbClr val="171717"/>
                </a:solidFill>
                <a:latin typeface="Courier New"/>
                <a:ea typeface="Courier New"/>
                <a:cs typeface="Courier New"/>
              </a:defRPr>
            </a:lvl5pPr>
            <a:lvl6pPr algn="l">
              <a:buNone/>
              <a:defRPr sz="1575">
                <a:solidFill>
                  <a:srgbClr val="171717"/>
                </a:solidFill>
                <a:latin typeface="Courier New"/>
                <a:ea typeface="Courier New"/>
                <a:cs typeface="Courier New"/>
              </a:defRPr>
            </a:lvl6pPr>
            <a:lvl7pPr algn="l">
              <a:buNone/>
              <a:defRPr sz="1575">
                <a:solidFill>
                  <a:srgbClr val="171717"/>
                </a:solidFill>
                <a:latin typeface="Courier New"/>
                <a:ea typeface="Courier New"/>
                <a:cs typeface="Courier New"/>
              </a:defRPr>
            </a:lvl7pPr>
            <a:lvl8pPr algn="l">
              <a:buNone/>
              <a:defRPr sz="1575">
                <a:solidFill>
                  <a:srgbClr val="171717"/>
                </a:solidFill>
                <a:latin typeface="Courier New"/>
                <a:ea typeface="Courier New"/>
                <a:cs typeface="Courier New"/>
              </a:defRPr>
            </a:lvl8pPr>
            <a:lvl9pPr algn="l">
              <a:buNone/>
              <a:defRPr sz="1575">
                <a:solidFill>
                  <a:srgbClr val="171717"/>
                </a:solidFill>
                <a:latin typeface="Courier New"/>
                <a:ea typeface="Courier New"/>
                <a:cs typeface="Courier New"/>
              </a:defRPr>
            </a:lvl9pPr>
          </a:lstStyle>
          <a:p>
            <a:pPr algn="l">
              <a:buNone/>
              <a:defRPr sz="1575">
                <a:solidFill>
                  <a:srgbClr val="171717"/>
                </a:solidFill>
                <a:latin typeface="Courier New"/>
                <a:ea typeface="Courier New"/>
                <a:cs typeface="Courier New"/>
              </a:defRPr>
            </a:pPr>
            <a:r>
              <a:rPr sz="1575">
                <a:solidFill>
                  <a:srgbClr val="171717"/>
                </a:solidFill>
                <a:latin typeface="Courier New"/>
                <a:ea typeface="Courier New"/>
                <a:cs typeface="Courier New"/>
              </a:rPr>
              <a:t>O</a:t>
            </a:r>
          </a:p>
        </p:txBody>
      </p:sp>
      <p:sp>
        <p:nvSpPr>
          <p:cNvPr id="377" name="Газпром">
            <a:extLst>
              <a:ext uri="{FF2B5EF4-FFF2-40B4-BE49-F238E27FC236}">
                <a16:creationId xmlns:a16="http://schemas.microsoft.com/office/drawing/2014/main" id="{0076FD1A-2346-49CE-AC7B-4EF94A8AC2B1}"/>
              </a:ext>
            </a:extLst>
          </p:cNvPr>
          <p:cNvSpPr>
            <a:spLocks noGrp="1"/>
          </p:cNvSpPr>
          <p:nvPr/>
        </p:nvSpPr>
        <p:spPr>
          <a:xfrm>
            <a:off x="6496050" y="4162425"/>
            <a:ext cx="1476375" cy="342900"/>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buNone/>
              <a:defRPr sz="1725" b="1">
                <a:solidFill>
                  <a:srgbClr val="3F299A"/>
                </a:solidFill>
                <a:latin typeface="Roboto"/>
                <a:ea typeface="Roboto"/>
                <a:cs typeface="Roboto"/>
              </a:defRPr>
            </a:lvl1pPr>
            <a:lvl2pPr algn="l">
              <a:buNone/>
              <a:defRPr sz="1725" b="1">
                <a:solidFill>
                  <a:srgbClr val="3F299A"/>
                </a:solidFill>
                <a:latin typeface="Roboto"/>
                <a:ea typeface="Roboto"/>
                <a:cs typeface="Roboto"/>
              </a:defRPr>
            </a:lvl2pPr>
            <a:lvl3pPr algn="l">
              <a:buNone/>
              <a:defRPr sz="1725" b="1">
                <a:solidFill>
                  <a:srgbClr val="3F299A"/>
                </a:solidFill>
                <a:latin typeface="Roboto"/>
                <a:ea typeface="Roboto"/>
                <a:cs typeface="Roboto"/>
              </a:defRPr>
            </a:lvl3pPr>
            <a:lvl4pPr algn="l">
              <a:buNone/>
              <a:defRPr sz="1725" b="1">
                <a:solidFill>
                  <a:srgbClr val="3F299A"/>
                </a:solidFill>
                <a:latin typeface="Roboto"/>
                <a:ea typeface="Roboto"/>
                <a:cs typeface="Roboto"/>
              </a:defRPr>
            </a:lvl4pPr>
            <a:lvl5pPr algn="l">
              <a:buNone/>
              <a:defRPr sz="1725" b="1">
                <a:solidFill>
                  <a:srgbClr val="3F299A"/>
                </a:solidFill>
                <a:latin typeface="Roboto"/>
                <a:ea typeface="Roboto"/>
                <a:cs typeface="Roboto"/>
              </a:defRPr>
            </a:lvl5pPr>
            <a:lvl6pPr algn="l">
              <a:buNone/>
              <a:defRPr sz="1725" b="1">
                <a:solidFill>
                  <a:srgbClr val="3F299A"/>
                </a:solidFill>
                <a:latin typeface="Roboto"/>
                <a:ea typeface="Roboto"/>
                <a:cs typeface="Roboto"/>
              </a:defRPr>
            </a:lvl6pPr>
            <a:lvl7pPr algn="l">
              <a:buNone/>
              <a:defRPr sz="1725" b="1">
                <a:solidFill>
                  <a:srgbClr val="3F299A"/>
                </a:solidFill>
                <a:latin typeface="Roboto"/>
                <a:ea typeface="Roboto"/>
                <a:cs typeface="Roboto"/>
              </a:defRPr>
            </a:lvl7pPr>
            <a:lvl8pPr algn="l">
              <a:buNone/>
              <a:defRPr sz="1725" b="1">
                <a:solidFill>
                  <a:srgbClr val="3F299A"/>
                </a:solidFill>
                <a:latin typeface="Roboto"/>
                <a:ea typeface="Roboto"/>
                <a:cs typeface="Roboto"/>
              </a:defRPr>
            </a:lvl8pPr>
            <a:lvl9pPr algn="l">
              <a:buNone/>
              <a:defRPr sz="1725" b="1">
                <a:solidFill>
                  <a:srgbClr val="3F299A"/>
                </a:solidFill>
                <a:latin typeface="Roboto"/>
                <a:ea typeface="Roboto"/>
                <a:cs typeface="Roboto"/>
              </a:defRPr>
            </a:lvl9pPr>
          </a:lstStyle>
          <a:p>
            <a:pPr algn="l">
              <a:buNone/>
              <a:defRPr sz="1725" b="1">
                <a:solidFill>
                  <a:srgbClr val="3F299A"/>
                </a:solidFill>
                <a:latin typeface="Roboto"/>
                <a:ea typeface="Roboto"/>
                <a:cs typeface="Roboto"/>
              </a:defRPr>
            </a:pPr>
            <a:r>
              <a:rPr sz="1725" b="1">
                <a:solidFill>
                  <a:srgbClr val="3F299A"/>
                </a:solidFill>
                <a:latin typeface="Roboto"/>
                <a:ea typeface="Roboto"/>
                <a:cs typeface="Roboto"/>
              </a:rPr>
              <a:t>Газпром</a:t>
            </a:r>
          </a:p>
        </p:txBody>
      </p:sp>
      <p:sp>
        <p:nvSpPr>
          <p:cNvPr id="378" name="B-ORG">
            <a:extLst>
              <a:ext uri="{FF2B5EF4-FFF2-40B4-BE49-F238E27FC236}">
                <a16:creationId xmlns:a16="http://schemas.microsoft.com/office/drawing/2014/main" id="{F35D538F-D368-4CD1-9F93-66397C1C30F1}"/>
              </a:ext>
            </a:extLst>
          </p:cNvPr>
          <p:cNvSpPr>
            <a:spLocks noGrp="1"/>
          </p:cNvSpPr>
          <p:nvPr/>
        </p:nvSpPr>
        <p:spPr>
          <a:xfrm>
            <a:off x="6496050" y="4533900"/>
            <a:ext cx="1476375" cy="285750"/>
          </a:xfrm>
          <a:prstGeom prst="rect">
            <a:avLst/>
          </a:prstGeom>
          <a:noFill/>
          <a:ln w="0">
            <a:noFill/>
          </a:ln>
        </p:spPr>
        <p:txBody>
          <a:bodyPr wrap="square" lIns="0" tIns="0" rIns="0" bIns="0" anchor="t">
            <a:noAutofit/>
          </a:bodyPr>
          <a:lstStyle>
            <a:defPPr algn="l">
              <a:defRPr sz="1575">
                <a:solidFill>
                  <a:srgbClr val="171717"/>
                </a:solidFill>
                <a:latin typeface="Courier New"/>
                <a:ea typeface="Courier New"/>
                <a:cs typeface="Courier New"/>
              </a:defRPr>
            </a:defPPr>
            <a:lvl1pPr algn="l">
              <a:buNone/>
              <a:defRPr sz="1575">
                <a:solidFill>
                  <a:srgbClr val="171717"/>
                </a:solidFill>
                <a:latin typeface="Courier New"/>
                <a:ea typeface="Courier New"/>
                <a:cs typeface="Courier New"/>
              </a:defRPr>
            </a:lvl1pPr>
            <a:lvl2pPr algn="l">
              <a:buNone/>
              <a:defRPr sz="1575">
                <a:solidFill>
                  <a:srgbClr val="171717"/>
                </a:solidFill>
                <a:latin typeface="Courier New"/>
                <a:ea typeface="Courier New"/>
                <a:cs typeface="Courier New"/>
              </a:defRPr>
            </a:lvl2pPr>
            <a:lvl3pPr algn="l">
              <a:buNone/>
              <a:defRPr sz="1575">
                <a:solidFill>
                  <a:srgbClr val="171717"/>
                </a:solidFill>
                <a:latin typeface="Courier New"/>
                <a:ea typeface="Courier New"/>
                <a:cs typeface="Courier New"/>
              </a:defRPr>
            </a:lvl3pPr>
            <a:lvl4pPr algn="l">
              <a:buNone/>
              <a:defRPr sz="1575">
                <a:solidFill>
                  <a:srgbClr val="171717"/>
                </a:solidFill>
                <a:latin typeface="Courier New"/>
                <a:ea typeface="Courier New"/>
                <a:cs typeface="Courier New"/>
              </a:defRPr>
            </a:lvl4pPr>
            <a:lvl5pPr algn="l">
              <a:buNone/>
              <a:defRPr sz="1575">
                <a:solidFill>
                  <a:srgbClr val="171717"/>
                </a:solidFill>
                <a:latin typeface="Courier New"/>
                <a:ea typeface="Courier New"/>
                <a:cs typeface="Courier New"/>
              </a:defRPr>
            </a:lvl5pPr>
            <a:lvl6pPr algn="l">
              <a:buNone/>
              <a:defRPr sz="1575">
                <a:solidFill>
                  <a:srgbClr val="171717"/>
                </a:solidFill>
                <a:latin typeface="Courier New"/>
                <a:ea typeface="Courier New"/>
                <a:cs typeface="Courier New"/>
              </a:defRPr>
            </a:lvl6pPr>
            <a:lvl7pPr algn="l">
              <a:buNone/>
              <a:defRPr sz="1575">
                <a:solidFill>
                  <a:srgbClr val="171717"/>
                </a:solidFill>
                <a:latin typeface="Courier New"/>
                <a:ea typeface="Courier New"/>
                <a:cs typeface="Courier New"/>
              </a:defRPr>
            </a:lvl7pPr>
            <a:lvl8pPr algn="l">
              <a:buNone/>
              <a:defRPr sz="1575">
                <a:solidFill>
                  <a:srgbClr val="171717"/>
                </a:solidFill>
                <a:latin typeface="Courier New"/>
                <a:ea typeface="Courier New"/>
                <a:cs typeface="Courier New"/>
              </a:defRPr>
            </a:lvl8pPr>
            <a:lvl9pPr algn="l">
              <a:buNone/>
              <a:defRPr sz="1575">
                <a:solidFill>
                  <a:srgbClr val="171717"/>
                </a:solidFill>
                <a:latin typeface="Courier New"/>
                <a:ea typeface="Courier New"/>
                <a:cs typeface="Courier New"/>
              </a:defRPr>
            </a:lvl9pPr>
          </a:lstStyle>
          <a:p>
            <a:pPr algn="l">
              <a:buNone/>
              <a:defRPr sz="1575">
                <a:solidFill>
                  <a:srgbClr val="171717"/>
                </a:solidFill>
                <a:latin typeface="Courier New"/>
                <a:ea typeface="Courier New"/>
                <a:cs typeface="Courier New"/>
              </a:defRPr>
            </a:pPr>
            <a:r>
              <a:rPr sz="1575">
                <a:solidFill>
                  <a:srgbClr val="171717"/>
                </a:solidFill>
                <a:latin typeface="Courier New"/>
                <a:ea typeface="Courier New"/>
                <a:cs typeface="Courier New"/>
              </a:rPr>
              <a:t>B-ORG</a:t>
            </a:r>
          </a:p>
        </p:txBody>
      </p:sp>
    </p:spTree>
    <p:extLst>
      <p:ext uri="{BB962C8B-B14F-4D97-AF65-F5344CB8AC3E}">
        <p14:creationId xmlns:p14="http://schemas.microsoft.com/office/powerpoint/2010/main" val="824983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Google Shape;507;p67">
            <a:extLst>
              <a:ext uri="{FF2B5EF4-FFF2-40B4-BE49-F238E27FC236}">
                <a16:creationId xmlns:a16="http://schemas.microsoft.com/office/drawing/2014/main" id="{24291098-C6F8-4692-8232-DBA5F840CD2E}"/>
              </a:ext>
            </a:extLst>
          </p:cNvPr>
          <p:cNvPicPr>
            <a:picLocks noChangeAspect="1"/>
          </p:cNvPicPr>
          <p:nvPr/>
        </p:nvPicPr>
        <p:blipFill>
          <a:blip r:embed="rId3">
            <a:alphaModFix/>
          </a:blip>
          <a:stretch>
            <a:fillRect/>
          </a:stretch>
        </p:blipFill>
        <p:spPr>
          <a:xfrm>
            <a:off x="922851" y="1821363"/>
            <a:ext cx="1643210" cy="755249"/>
          </a:xfrm>
          <a:prstGeom prst="rect">
            <a:avLst/>
          </a:prstGeom>
          <a:ln>
            <a:noFill/>
          </a:ln>
          <a:effectLst>
            <a:outerShdw blurRad="142875" dist="28575" dir="5400000" algn="bl" rotWithShape="0">
              <a:srgbClr val="000000">
                <a:alpha val="41000"/>
              </a:srgbClr>
            </a:outerShdw>
          </a:effectLst>
        </p:spPr>
      </p:pic>
      <p:pic>
        <p:nvPicPr>
          <p:cNvPr id="508" name="Google Shape;508;p67">
            <a:extLst>
              <a:ext uri="{FF2B5EF4-FFF2-40B4-BE49-F238E27FC236}">
                <a16:creationId xmlns:a16="http://schemas.microsoft.com/office/drawing/2014/main" id="{14E7A966-AEBE-49A6-BD88-0E15A1EEBAE1}"/>
              </a:ext>
            </a:extLst>
          </p:cNvPr>
          <p:cNvPicPr>
            <a:picLocks noChangeAspect="1"/>
          </p:cNvPicPr>
          <p:nvPr/>
        </p:nvPicPr>
        <p:blipFill>
          <a:blip r:embed="rId4">
            <a:alphaModFix/>
          </a:blip>
          <a:stretch>
            <a:fillRect/>
          </a:stretch>
        </p:blipFill>
        <p:spPr>
          <a:xfrm>
            <a:off x="2768289" y="1821362"/>
            <a:ext cx="1643210" cy="755249"/>
          </a:xfrm>
          <a:prstGeom prst="rect">
            <a:avLst/>
          </a:prstGeom>
          <a:ln>
            <a:noFill/>
          </a:ln>
          <a:effectLst>
            <a:outerShdw blurRad="142875" dist="28575" dir="5400000" algn="bl" rotWithShape="0">
              <a:srgbClr val="000000">
                <a:alpha val="41000"/>
              </a:srgbClr>
            </a:outerShdw>
          </a:effectLst>
        </p:spPr>
      </p:pic>
      <p:pic>
        <p:nvPicPr>
          <p:cNvPr id="509" name="Google Shape;509;p67">
            <a:extLst>
              <a:ext uri="{FF2B5EF4-FFF2-40B4-BE49-F238E27FC236}">
                <a16:creationId xmlns:a16="http://schemas.microsoft.com/office/drawing/2014/main" id="{4D0D7256-4378-41E2-A3F0-BFAC48B0A7BC}"/>
              </a:ext>
            </a:extLst>
          </p:cNvPr>
          <p:cNvPicPr>
            <a:picLocks noChangeAspect="1"/>
          </p:cNvPicPr>
          <p:nvPr/>
        </p:nvPicPr>
        <p:blipFill>
          <a:blip r:embed="rId5">
            <a:alphaModFix/>
          </a:blip>
          <a:stretch>
            <a:fillRect/>
          </a:stretch>
        </p:blipFill>
        <p:spPr>
          <a:xfrm>
            <a:off x="4527615" y="1821362"/>
            <a:ext cx="1643210" cy="755249"/>
          </a:xfrm>
          <a:prstGeom prst="rect">
            <a:avLst/>
          </a:prstGeom>
          <a:ln>
            <a:noFill/>
          </a:ln>
          <a:effectLst>
            <a:outerShdw blurRad="142875" dist="28575" dir="5400000" algn="bl" rotWithShape="0">
              <a:srgbClr val="000000">
                <a:alpha val="41000"/>
              </a:srgbClr>
            </a:outerShdw>
          </a:effectLst>
        </p:spPr>
      </p:pic>
      <p:pic>
        <p:nvPicPr>
          <p:cNvPr id="510" name="Google Shape;510;p67">
            <a:extLst>
              <a:ext uri="{FF2B5EF4-FFF2-40B4-BE49-F238E27FC236}">
                <a16:creationId xmlns:a16="http://schemas.microsoft.com/office/drawing/2014/main" id="{052CE25B-C3BF-4EBC-8BCF-A765ED37C339}"/>
              </a:ext>
            </a:extLst>
          </p:cNvPr>
          <p:cNvPicPr>
            <a:picLocks noChangeAspect="1"/>
          </p:cNvPicPr>
          <p:nvPr/>
        </p:nvPicPr>
        <p:blipFill>
          <a:blip r:embed="rId6">
            <a:alphaModFix/>
          </a:blip>
          <a:stretch>
            <a:fillRect/>
          </a:stretch>
        </p:blipFill>
        <p:spPr>
          <a:xfrm>
            <a:off x="6347001" y="1821362"/>
            <a:ext cx="1643210" cy="755249"/>
          </a:xfrm>
          <a:prstGeom prst="rect">
            <a:avLst/>
          </a:prstGeom>
          <a:ln>
            <a:noFill/>
          </a:ln>
          <a:effectLst>
            <a:outerShdw blurRad="142875" dist="28575" dir="5400000" algn="bl" rotWithShape="0">
              <a:srgbClr val="000000">
                <a:alpha val="41000"/>
              </a:srgbClr>
            </a:outerShdw>
          </a:effectLst>
        </p:spPr>
      </p:pic>
      <p:sp>
        <p:nvSpPr>
          <p:cNvPr id="511" name="Google Shape;511;p67">
            <a:extLst>
              <a:ext uri="{FF2B5EF4-FFF2-40B4-BE49-F238E27FC236}">
                <a16:creationId xmlns:a16="http://schemas.microsoft.com/office/drawing/2014/main" id="{78F2B00C-D100-4F86-8E83-BD1F16A0D203}"/>
              </a:ext>
            </a:extLst>
          </p:cNvPr>
          <p:cNvSpPr>
            <a:spLocks noGrp="1"/>
          </p:cNvSpPr>
          <p:nvPr>
            <p:ph type="title"/>
          </p:nvPr>
        </p:nvSpPr>
        <p:spPr>
          <a:xfrm>
            <a:off x="600075" y="428625"/>
            <a:ext cx="7905750" cy="76200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a:solidFill>
                  <a:srgbClr val="000000"/>
                </a:solidFill>
                <a:latin typeface="Roboto"/>
                <a:ea typeface="Roboto"/>
                <a:cs typeface="Roboto"/>
              </a:rPr>
              <a:t>Обработка ячейки Excel</a:t>
            </a:r>
            <a:endParaRPr/>
          </a:p>
        </p:txBody>
      </p:sp>
      <p:sp>
        <p:nvSpPr>
          <p:cNvPr id="512" name="Google Shape;512;p67">
            <a:extLst>
              <a:ext uri="{FF2B5EF4-FFF2-40B4-BE49-F238E27FC236}">
                <a16:creationId xmlns:a16="http://schemas.microsoft.com/office/drawing/2014/main" id="{CB0F29F3-3BB9-4A15-A169-852E38E31A1D}"/>
              </a:ext>
            </a:extLst>
          </p:cNvPr>
          <p:cNvSpPr>
            <a:spLocks noGrp="1"/>
          </p:cNvSpPr>
          <p:nvPr/>
        </p:nvSpPr>
        <p:spPr>
          <a:xfrm>
            <a:off x="1213006" y="1944853"/>
            <a:ext cx="1062900" cy="434310"/>
          </a:xfrm>
          <a:prstGeom prst="rect">
            <a:avLst/>
          </a:prstGeom>
          <a:noFill/>
          <a:ln>
            <a:noFill/>
          </a:ln>
        </p:spPr>
        <p:txBody>
          <a:bodyPr spcFirstLastPara="1" wrap="square" lIns="0" tIns="0" rIns="0" bIns="0" anchor="ctr">
            <a:noAutofit/>
          </a:bodyPr>
          <a:lstStyle>
            <a:defPPr algn="ctr">
              <a:defRPr sz="1650" b="1">
                <a:solidFill>
                  <a:srgbClr val="EEEEEE"/>
                </a:solidFill>
                <a:latin typeface="Roboto"/>
                <a:ea typeface="Roboto"/>
                <a:cs typeface="Roboto"/>
              </a:defRPr>
            </a:defPPr>
            <a:lvl1pPr algn="ctr">
              <a:buNone/>
              <a:defRPr sz="1650" b="1">
                <a:solidFill>
                  <a:srgbClr val="EEEEEE"/>
                </a:solidFill>
                <a:latin typeface="Roboto"/>
                <a:ea typeface="Roboto"/>
                <a:cs typeface="Roboto"/>
              </a:defRPr>
            </a:lvl1pPr>
            <a:lvl2pPr algn="ctr">
              <a:buNone/>
              <a:defRPr sz="1650" b="1">
                <a:solidFill>
                  <a:srgbClr val="EEEEEE"/>
                </a:solidFill>
                <a:latin typeface="Roboto"/>
                <a:ea typeface="Roboto"/>
                <a:cs typeface="Roboto"/>
              </a:defRPr>
            </a:lvl2pPr>
            <a:lvl3pPr algn="ctr">
              <a:buNone/>
              <a:defRPr sz="1650" b="1">
                <a:solidFill>
                  <a:srgbClr val="EEEEEE"/>
                </a:solidFill>
                <a:latin typeface="Roboto"/>
                <a:ea typeface="Roboto"/>
                <a:cs typeface="Roboto"/>
              </a:defRPr>
            </a:lvl3pPr>
            <a:lvl4pPr algn="ctr">
              <a:buNone/>
              <a:defRPr sz="1650" b="1">
                <a:solidFill>
                  <a:srgbClr val="EEEEEE"/>
                </a:solidFill>
                <a:latin typeface="Roboto"/>
                <a:ea typeface="Roboto"/>
                <a:cs typeface="Roboto"/>
              </a:defRPr>
            </a:lvl4pPr>
            <a:lvl5pPr algn="ctr">
              <a:buNone/>
              <a:defRPr sz="1650" b="1">
                <a:solidFill>
                  <a:srgbClr val="EEEEEE"/>
                </a:solidFill>
                <a:latin typeface="Roboto"/>
                <a:ea typeface="Roboto"/>
                <a:cs typeface="Roboto"/>
              </a:defRPr>
            </a:lvl5pPr>
            <a:lvl6pPr algn="ctr">
              <a:buNone/>
              <a:defRPr sz="1650" b="1">
                <a:solidFill>
                  <a:srgbClr val="EEEEEE"/>
                </a:solidFill>
                <a:latin typeface="Roboto"/>
                <a:ea typeface="Roboto"/>
                <a:cs typeface="Roboto"/>
              </a:defRPr>
            </a:lvl6pPr>
            <a:lvl7pPr algn="ctr">
              <a:buNone/>
              <a:defRPr sz="1650" b="1">
                <a:solidFill>
                  <a:srgbClr val="EEEEEE"/>
                </a:solidFill>
                <a:latin typeface="Roboto"/>
                <a:ea typeface="Roboto"/>
                <a:cs typeface="Roboto"/>
              </a:defRPr>
            </a:lvl7pPr>
            <a:lvl8pPr algn="ctr">
              <a:buNone/>
              <a:defRPr sz="1650" b="1">
                <a:solidFill>
                  <a:srgbClr val="EEEEEE"/>
                </a:solidFill>
                <a:latin typeface="Roboto"/>
                <a:ea typeface="Roboto"/>
                <a:cs typeface="Roboto"/>
              </a:defRPr>
            </a:lvl8pPr>
            <a:lvl9pPr algn="ctr">
              <a:buNone/>
              <a:defRPr sz="1650" b="1">
                <a:solidFill>
                  <a:srgbClr val="EEEEEE"/>
                </a:solidFill>
                <a:latin typeface="Roboto"/>
                <a:ea typeface="Roboto"/>
                <a:cs typeface="Roboto"/>
              </a:defRPr>
            </a:lvl9pPr>
          </a:lstStyle>
          <a:p>
            <a:pPr marL="0" lvl="0" indent="0" algn="ctr">
              <a:spcBef>
                <a:spcPts val="0"/>
              </a:spcBef>
              <a:spcAft>
                <a:spcPts val="0"/>
              </a:spcAft>
              <a:buNone/>
              <a:defRPr sz="1650" b="1">
                <a:solidFill>
                  <a:srgbClr val="EEEEEE"/>
                </a:solidFill>
                <a:latin typeface="Roboto"/>
                <a:ea typeface="Roboto"/>
                <a:cs typeface="Roboto"/>
              </a:defRPr>
            </a:pPr>
            <a:r>
              <a:rPr sz="1650" b="1">
                <a:solidFill>
                  <a:srgbClr val="EEEEEE"/>
                </a:solidFill>
                <a:latin typeface="Roboto"/>
                <a:ea typeface="Roboto"/>
                <a:cs typeface="Roboto"/>
              </a:rPr>
              <a:t>Текст</a:t>
            </a:r>
            <a:endParaRPr sz="1500" b="1">
              <a:solidFill>
                <a:schemeClr val="lt2"/>
              </a:solidFill>
              <a:latin typeface="Roboto"/>
              <a:ea typeface="Roboto"/>
              <a:cs typeface="Roboto"/>
            </a:endParaRPr>
          </a:p>
        </p:txBody>
      </p:sp>
      <p:sp>
        <p:nvSpPr>
          <p:cNvPr id="513" name="Google Shape;513;p67">
            <a:extLst>
              <a:ext uri="{FF2B5EF4-FFF2-40B4-BE49-F238E27FC236}">
                <a16:creationId xmlns:a16="http://schemas.microsoft.com/office/drawing/2014/main" id="{E2DD9C85-3EB7-4F3E-98DD-60E25A8B3493}"/>
              </a:ext>
            </a:extLst>
          </p:cNvPr>
          <p:cNvSpPr>
            <a:spLocks noGrp="1"/>
          </p:cNvSpPr>
          <p:nvPr/>
        </p:nvSpPr>
        <p:spPr>
          <a:xfrm>
            <a:off x="3058443" y="1944853"/>
            <a:ext cx="1062900" cy="434310"/>
          </a:xfrm>
          <a:prstGeom prst="rect">
            <a:avLst/>
          </a:prstGeom>
          <a:noFill/>
          <a:ln>
            <a:noFill/>
          </a:ln>
        </p:spPr>
        <p:txBody>
          <a:bodyPr spcFirstLastPara="1" wrap="square" lIns="0" tIns="0" rIns="0" bIns="0" anchor="ctr">
            <a:noAutofit/>
          </a:bodyPr>
          <a:lstStyle>
            <a:defPPr algn="ctr">
              <a:defRPr sz="1650" b="1">
                <a:solidFill>
                  <a:srgbClr val="EEEEEE"/>
                </a:solidFill>
                <a:latin typeface="Roboto"/>
                <a:ea typeface="Roboto"/>
                <a:cs typeface="Roboto"/>
              </a:defRPr>
            </a:defPPr>
            <a:lvl1pPr algn="ctr">
              <a:buNone/>
              <a:defRPr sz="1650" b="1">
                <a:solidFill>
                  <a:srgbClr val="EEEEEE"/>
                </a:solidFill>
                <a:latin typeface="Roboto"/>
                <a:ea typeface="Roboto"/>
                <a:cs typeface="Roboto"/>
              </a:defRPr>
            </a:lvl1pPr>
            <a:lvl2pPr algn="ctr">
              <a:buNone/>
              <a:defRPr sz="1650" b="1">
                <a:solidFill>
                  <a:srgbClr val="EEEEEE"/>
                </a:solidFill>
                <a:latin typeface="Roboto"/>
                <a:ea typeface="Roboto"/>
                <a:cs typeface="Roboto"/>
              </a:defRPr>
            </a:lvl2pPr>
            <a:lvl3pPr algn="ctr">
              <a:buNone/>
              <a:defRPr sz="1650" b="1">
                <a:solidFill>
                  <a:srgbClr val="EEEEEE"/>
                </a:solidFill>
                <a:latin typeface="Roboto"/>
                <a:ea typeface="Roboto"/>
                <a:cs typeface="Roboto"/>
              </a:defRPr>
            </a:lvl3pPr>
            <a:lvl4pPr algn="ctr">
              <a:buNone/>
              <a:defRPr sz="1650" b="1">
                <a:solidFill>
                  <a:srgbClr val="EEEEEE"/>
                </a:solidFill>
                <a:latin typeface="Roboto"/>
                <a:ea typeface="Roboto"/>
                <a:cs typeface="Roboto"/>
              </a:defRPr>
            </a:lvl4pPr>
            <a:lvl5pPr algn="ctr">
              <a:buNone/>
              <a:defRPr sz="1650" b="1">
                <a:solidFill>
                  <a:srgbClr val="EEEEEE"/>
                </a:solidFill>
                <a:latin typeface="Roboto"/>
                <a:ea typeface="Roboto"/>
                <a:cs typeface="Roboto"/>
              </a:defRPr>
            </a:lvl5pPr>
            <a:lvl6pPr algn="ctr">
              <a:buNone/>
              <a:defRPr sz="1650" b="1">
                <a:solidFill>
                  <a:srgbClr val="EEEEEE"/>
                </a:solidFill>
                <a:latin typeface="Roboto"/>
                <a:ea typeface="Roboto"/>
                <a:cs typeface="Roboto"/>
              </a:defRPr>
            </a:lvl6pPr>
            <a:lvl7pPr algn="ctr">
              <a:buNone/>
              <a:defRPr sz="1650" b="1">
                <a:solidFill>
                  <a:srgbClr val="EEEEEE"/>
                </a:solidFill>
                <a:latin typeface="Roboto"/>
                <a:ea typeface="Roboto"/>
                <a:cs typeface="Roboto"/>
              </a:defRPr>
            </a:lvl7pPr>
            <a:lvl8pPr algn="ctr">
              <a:buNone/>
              <a:defRPr sz="1650" b="1">
                <a:solidFill>
                  <a:srgbClr val="EEEEEE"/>
                </a:solidFill>
                <a:latin typeface="Roboto"/>
                <a:ea typeface="Roboto"/>
                <a:cs typeface="Roboto"/>
              </a:defRPr>
            </a:lvl8pPr>
            <a:lvl9pPr algn="ctr">
              <a:buNone/>
              <a:defRPr sz="1650" b="1">
                <a:solidFill>
                  <a:srgbClr val="EEEEEE"/>
                </a:solidFill>
                <a:latin typeface="Roboto"/>
                <a:ea typeface="Roboto"/>
                <a:cs typeface="Roboto"/>
              </a:defRPr>
            </a:lvl9pPr>
          </a:lstStyle>
          <a:p>
            <a:pPr marL="0" lvl="0" indent="0" algn="ctr">
              <a:spcBef>
                <a:spcPts val="0"/>
              </a:spcBef>
              <a:spcAft>
                <a:spcPts val="0"/>
              </a:spcAft>
              <a:buNone/>
              <a:defRPr sz="1650" b="1">
                <a:solidFill>
                  <a:srgbClr val="EEEEEE"/>
                </a:solidFill>
                <a:latin typeface="Roboto"/>
                <a:ea typeface="Roboto"/>
                <a:cs typeface="Roboto"/>
              </a:defRPr>
            </a:pPr>
            <a:r>
              <a:rPr sz="1650" b="1">
                <a:solidFill>
                  <a:srgbClr val="EEEEEE"/>
                </a:solidFill>
                <a:latin typeface="Roboto"/>
                <a:ea typeface="Roboto"/>
                <a:cs typeface="Roboto"/>
              </a:rPr>
              <a:t>Токены</a:t>
            </a:r>
            <a:endParaRPr sz="1500" b="1">
              <a:solidFill>
                <a:schemeClr val="lt2"/>
              </a:solidFill>
              <a:latin typeface="Roboto"/>
              <a:ea typeface="Roboto"/>
              <a:cs typeface="Roboto"/>
            </a:endParaRPr>
          </a:p>
        </p:txBody>
      </p:sp>
      <p:sp>
        <p:nvSpPr>
          <p:cNvPr id="514" name="Google Shape;514;p67">
            <a:extLst>
              <a:ext uri="{FF2B5EF4-FFF2-40B4-BE49-F238E27FC236}">
                <a16:creationId xmlns:a16="http://schemas.microsoft.com/office/drawing/2014/main" id="{1ABECDFF-B4E1-4095-B12E-33578ED09847}"/>
              </a:ext>
            </a:extLst>
          </p:cNvPr>
          <p:cNvSpPr>
            <a:spLocks noGrp="1"/>
          </p:cNvSpPr>
          <p:nvPr/>
        </p:nvSpPr>
        <p:spPr>
          <a:xfrm>
            <a:off x="4817770" y="1944853"/>
            <a:ext cx="1062900" cy="434310"/>
          </a:xfrm>
          <a:prstGeom prst="rect">
            <a:avLst/>
          </a:prstGeom>
          <a:noFill/>
          <a:ln>
            <a:noFill/>
          </a:ln>
        </p:spPr>
        <p:txBody>
          <a:bodyPr spcFirstLastPara="1" wrap="square" lIns="0" tIns="0" rIns="0" bIns="0" anchor="ctr">
            <a:noAutofit/>
          </a:bodyPr>
          <a:lstStyle>
            <a:defPPr algn="ctr">
              <a:defRPr sz="1650" b="1">
                <a:solidFill>
                  <a:srgbClr val="EEEEEE"/>
                </a:solidFill>
                <a:latin typeface="Roboto"/>
                <a:ea typeface="Roboto"/>
                <a:cs typeface="Roboto"/>
              </a:defRPr>
            </a:defPPr>
            <a:lvl1pPr algn="ctr">
              <a:buNone/>
              <a:defRPr sz="1650" b="1">
                <a:solidFill>
                  <a:srgbClr val="EEEEEE"/>
                </a:solidFill>
                <a:latin typeface="Roboto"/>
                <a:ea typeface="Roboto"/>
                <a:cs typeface="Roboto"/>
              </a:defRPr>
            </a:lvl1pPr>
            <a:lvl2pPr algn="ctr">
              <a:buNone/>
              <a:defRPr sz="1650" b="1">
                <a:solidFill>
                  <a:srgbClr val="EEEEEE"/>
                </a:solidFill>
                <a:latin typeface="Roboto"/>
                <a:ea typeface="Roboto"/>
                <a:cs typeface="Roboto"/>
              </a:defRPr>
            </a:lvl2pPr>
            <a:lvl3pPr algn="ctr">
              <a:buNone/>
              <a:defRPr sz="1650" b="1">
                <a:solidFill>
                  <a:srgbClr val="EEEEEE"/>
                </a:solidFill>
                <a:latin typeface="Roboto"/>
                <a:ea typeface="Roboto"/>
                <a:cs typeface="Roboto"/>
              </a:defRPr>
            </a:lvl3pPr>
            <a:lvl4pPr algn="ctr">
              <a:buNone/>
              <a:defRPr sz="1650" b="1">
                <a:solidFill>
                  <a:srgbClr val="EEEEEE"/>
                </a:solidFill>
                <a:latin typeface="Roboto"/>
                <a:ea typeface="Roboto"/>
                <a:cs typeface="Roboto"/>
              </a:defRPr>
            </a:lvl4pPr>
            <a:lvl5pPr algn="ctr">
              <a:buNone/>
              <a:defRPr sz="1650" b="1">
                <a:solidFill>
                  <a:srgbClr val="EEEEEE"/>
                </a:solidFill>
                <a:latin typeface="Roboto"/>
                <a:ea typeface="Roboto"/>
                <a:cs typeface="Roboto"/>
              </a:defRPr>
            </a:lvl5pPr>
            <a:lvl6pPr algn="ctr">
              <a:buNone/>
              <a:defRPr sz="1650" b="1">
                <a:solidFill>
                  <a:srgbClr val="EEEEEE"/>
                </a:solidFill>
                <a:latin typeface="Roboto"/>
                <a:ea typeface="Roboto"/>
                <a:cs typeface="Roboto"/>
              </a:defRPr>
            </a:lvl6pPr>
            <a:lvl7pPr algn="ctr">
              <a:buNone/>
              <a:defRPr sz="1650" b="1">
                <a:solidFill>
                  <a:srgbClr val="EEEEEE"/>
                </a:solidFill>
                <a:latin typeface="Roboto"/>
                <a:ea typeface="Roboto"/>
                <a:cs typeface="Roboto"/>
              </a:defRPr>
            </a:lvl7pPr>
            <a:lvl8pPr algn="ctr">
              <a:buNone/>
              <a:defRPr sz="1650" b="1">
                <a:solidFill>
                  <a:srgbClr val="EEEEEE"/>
                </a:solidFill>
                <a:latin typeface="Roboto"/>
                <a:ea typeface="Roboto"/>
                <a:cs typeface="Roboto"/>
              </a:defRPr>
            </a:lvl8pPr>
            <a:lvl9pPr algn="ctr">
              <a:buNone/>
              <a:defRPr sz="1650" b="1">
                <a:solidFill>
                  <a:srgbClr val="EEEEEE"/>
                </a:solidFill>
                <a:latin typeface="Roboto"/>
                <a:ea typeface="Roboto"/>
                <a:cs typeface="Roboto"/>
              </a:defRPr>
            </a:lvl9pPr>
          </a:lstStyle>
          <a:p>
            <a:pPr marL="0" lvl="0" indent="0" algn="ctr">
              <a:spcBef>
                <a:spcPts val="0"/>
              </a:spcBef>
              <a:spcAft>
                <a:spcPts val="0"/>
              </a:spcAft>
              <a:buNone/>
              <a:defRPr sz="1650" b="1">
                <a:solidFill>
                  <a:srgbClr val="EEEEEE"/>
                </a:solidFill>
                <a:latin typeface="Roboto"/>
                <a:ea typeface="Roboto"/>
                <a:cs typeface="Roboto"/>
              </a:defRPr>
            </a:pPr>
            <a:r>
              <a:rPr sz="1650" b="1">
                <a:solidFill>
                  <a:srgbClr val="EEEEEE"/>
                </a:solidFill>
                <a:latin typeface="Roboto"/>
                <a:ea typeface="Roboto"/>
                <a:cs typeface="Roboto"/>
              </a:rPr>
              <a:t>Модель</a:t>
            </a:r>
            <a:endParaRPr sz="1500" b="1">
              <a:solidFill>
                <a:schemeClr val="lt2"/>
              </a:solidFill>
              <a:latin typeface="Roboto"/>
              <a:ea typeface="Roboto"/>
              <a:cs typeface="Roboto"/>
            </a:endParaRPr>
          </a:p>
        </p:txBody>
      </p:sp>
      <p:sp>
        <p:nvSpPr>
          <p:cNvPr id="515" name="Google Shape;515;p67">
            <a:extLst>
              <a:ext uri="{FF2B5EF4-FFF2-40B4-BE49-F238E27FC236}">
                <a16:creationId xmlns:a16="http://schemas.microsoft.com/office/drawing/2014/main" id="{6E475517-CAD4-468C-B465-24BF00F4FEA9}"/>
              </a:ext>
            </a:extLst>
          </p:cNvPr>
          <p:cNvSpPr>
            <a:spLocks noGrp="1"/>
          </p:cNvSpPr>
          <p:nvPr/>
        </p:nvSpPr>
        <p:spPr>
          <a:xfrm>
            <a:off x="6637156" y="1944853"/>
            <a:ext cx="1062900" cy="434310"/>
          </a:xfrm>
          <a:prstGeom prst="rect">
            <a:avLst/>
          </a:prstGeom>
          <a:noFill/>
          <a:ln>
            <a:noFill/>
          </a:ln>
        </p:spPr>
        <p:txBody>
          <a:bodyPr spcFirstLastPara="1" wrap="square" lIns="0" tIns="0" rIns="0" bIns="0" anchor="ctr">
            <a:noAutofit/>
          </a:bodyPr>
          <a:lstStyle>
            <a:defPPr algn="ctr">
              <a:defRPr sz="1650" b="1">
                <a:solidFill>
                  <a:srgbClr val="EEEEEE"/>
                </a:solidFill>
                <a:latin typeface="Roboto"/>
                <a:ea typeface="Roboto"/>
                <a:cs typeface="Roboto"/>
              </a:defRPr>
            </a:defPPr>
            <a:lvl1pPr algn="ctr">
              <a:buNone/>
              <a:defRPr sz="1650" b="1">
                <a:solidFill>
                  <a:srgbClr val="EEEEEE"/>
                </a:solidFill>
                <a:latin typeface="Roboto"/>
                <a:ea typeface="Roboto"/>
                <a:cs typeface="Roboto"/>
              </a:defRPr>
            </a:lvl1pPr>
            <a:lvl2pPr algn="ctr">
              <a:buNone/>
              <a:defRPr sz="1650" b="1">
                <a:solidFill>
                  <a:srgbClr val="EEEEEE"/>
                </a:solidFill>
                <a:latin typeface="Roboto"/>
                <a:ea typeface="Roboto"/>
                <a:cs typeface="Roboto"/>
              </a:defRPr>
            </a:lvl2pPr>
            <a:lvl3pPr algn="ctr">
              <a:buNone/>
              <a:defRPr sz="1650" b="1">
                <a:solidFill>
                  <a:srgbClr val="EEEEEE"/>
                </a:solidFill>
                <a:latin typeface="Roboto"/>
                <a:ea typeface="Roboto"/>
                <a:cs typeface="Roboto"/>
              </a:defRPr>
            </a:lvl3pPr>
            <a:lvl4pPr algn="ctr">
              <a:buNone/>
              <a:defRPr sz="1650" b="1">
                <a:solidFill>
                  <a:srgbClr val="EEEEEE"/>
                </a:solidFill>
                <a:latin typeface="Roboto"/>
                <a:ea typeface="Roboto"/>
                <a:cs typeface="Roboto"/>
              </a:defRPr>
            </a:lvl4pPr>
            <a:lvl5pPr algn="ctr">
              <a:buNone/>
              <a:defRPr sz="1650" b="1">
                <a:solidFill>
                  <a:srgbClr val="EEEEEE"/>
                </a:solidFill>
                <a:latin typeface="Roboto"/>
                <a:ea typeface="Roboto"/>
                <a:cs typeface="Roboto"/>
              </a:defRPr>
            </a:lvl5pPr>
            <a:lvl6pPr algn="ctr">
              <a:buNone/>
              <a:defRPr sz="1650" b="1">
                <a:solidFill>
                  <a:srgbClr val="EEEEEE"/>
                </a:solidFill>
                <a:latin typeface="Roboto"/>
                <a:ea typeface="Roboto"/>
                <a:cs typeface="Roboto"/>
              </a:defRPr>
            </a:lvl6pPr>
            <a:lvl7pPr algn="ctr">
              <a:buNone/>
              <a:defRPr sz="1650" b="1">
                <a:solidFill>
                  <a:srgbClr val="EEEEEE"/>
                </a:solidFill>
                <a:latin typeface="Roboto"/>
                <a:ea typeface="Roboto"/>
                <a:cs typeface="Roboto"/>
              </a:defRPr>
            </a:lvl7pPr>
            <a:lvl8pPr algn="ctr">
              <a:buNone/>
              <a:defRPr sz="1650" b="1">
                <a:solidFill>
                  <a:srgbClr val="EEEEEE"/>
                </a:solidFill>
                <a:latin typeface="Roboto"/>
                <a:ea typeface="Roboto"/>
                <a:cs typeface="Roboto"/>
              </a:defRPr>
            </a:lvl8pPr>
            <a:lvl9pPr algn="ctr">
              <a:buNone/>
              <a:defRPr sz="1650" b="1">
                <a:solidFill>
                  <a:srgbClr val="EEEEEE"/>
                </a:solidFill>
                <a:latin typeface="Roboto"/>
                <a:ea typeface="Roboto"/>
                <a:cs typeface="Roboto"/>
              </a:defRPr>
            </a:lvl9pPr>
          </a:lstStyle>
          <a:p>
            <a:pPr marL="0" lvl="0" indent="0" algn="ctr">
              <a:spcBef>
                <a:spcPts val="0"/>
              </a:spcBef>
              <a:spcAft>
                <a:spcPts val="0"/>
              </a:spcAft>
              <a:buNone/>
              <a:defRPr sz="1650" b="1">
                <a:solidFill>
                  <a:srgbClr val="EEEEEE"/>
                </a:solidFill>
                <a:latin typeface="Roboto"/>
                <a:ea typeface="Roboto"/>
                <a:cs typeface="Roboto"/>
              </a:defRPr>
            </a:pPr>
            <a:r>
              <a:rPr sz="1650" b="1">
                <a:solidFill>
                  <a:srgbClr val="EEEEEE"/>
                </a:solidFill>
                <a:latin typeface="Roboto"/>
                <a:ea typeface="Roboto"/>
                <a:cs typeface="Roboto"/>
              </a:rPr>
              <a:t>Метки</a:t>
            </a:r>
            <a:endParaRPr sz="1500" b="1">
              <a:solidFill>
                <a:schemeClr val="lt2"/>
              </a:solidFill>
              <a:latin typeface="Roboto"/>
              <a:ea typeface="Roboto"/>
              <a:cs typeface="Roboto"/>
            </a:endParaRPr>
          </a:p>
        </p:txBody>
      </p:sp>
      <p:sp>
        <p:nvSpPr>
          <p:cNvPr id="516" name="Текст ячейки&#10;и координаты&#10;слов в строке">
            <a:extLst>
              <a:ext uri="{FF2B5EF4-FFF2-40B4-BE49-F238E27FC236}">
                <a16:creationId xmlns:a16="http://schemas.microsoft.com/office/drawing/2014/main" id="{AB824014-66A4-4F33-9AA3-D141B65C946A}"/>
              </a:ext>
            </a:extLst>
          </p:cNvPr>
          <p:cNvSpPr>
            <a:spLocks noGrp="1"/>
          </p:cNvSpPr>
          <p:nvPr/>
        </p:nvSpPr>
        <p:spPr>
          <a:xfrm>
            <a:off x="990600" y="3143250"/>
            <a:ext cx="1638300" cy="1190625"/>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Текст ячейки</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и координаты</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слов в строке</a:t>
            </a:r>
          </a:p>
        </p:txBody>
      </p:sp>
      <p:sp>
        <p:nvSpPr>
          <p:cNvPr id="517" name="Окна до 128&#10;токенов без&#10;разрезания слов">
            <a:extLst>
              <a:ext uri="{FF2B5EF4-FFF2-40B4-BE49-F238E27FC236}">
                <a16:creationId xmlns:a16="http://schemas.microsoft.com/office/drawing/2014/main" id="{3E4F87FA-C397-4C78-A2AA-53947ABC6113}"/>
              </a:ext>
            </a:extLst>
          </p:cNvPr>
          <p:cNvSpPr>
            <a:spLocks noGrp="1"/>
          </p:cNvSpPr>
          <p:nvPr/>
        </p:nvSpPr>
        <p:spPr>
          <a:xfrm>
            <a:off x="2800350" y="3143250"/>
            <a:ext cx="1638300" cy="1190625"/>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Окна до 128</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токенов без</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разрезания слов</a:t>
            </a:r>
          </a:p>
        </p:txBody>
      </p:sp>
      <p:sp>
        <p:nvSpPr>
          <p:cNvPr id="518" name="RuBERT-tiny2&#10;предсказывает&#10;PER и ORG">
            <a:extLst>
              <a:ext uri="{FF2B5EF4-FFF2-40B4-BE49-F238E27FC236}">
                <a16:creationId xmlns:a16="http://schemas.microsoft.com/office/drawing/2014/main" id="{CFA4D018-CD57-4615-BB1C-BA08C560D930}"/>
              </a:ext>
            </a:extLst>
          </p:cNvPr>
          <p:cNvSpPr>
            <a:spLocks noGrp="1"/>
          </p:cNvSpPr>
          <p:nvPr/>
        </p:nvSpPr>
        <p:spPr>
          <a:xfrm>
            <a:off x="4610100" y="3143250"/>
            <a:ext cx="1638300" cy="1190625"/>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RuBERT-tiny2</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предсказывает</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PER и ORG</a:t>
            </a:r>
          </a:p>
        </p:txBody>
      </p:sp>
      <p:sp>
        <p:nvSpPr>
          <p:cNvPr id="519" name="Сборка сущностей&#10;и замена&#10;на метки">
            <a:extLst>
              <a:ext uri="{FF2B5EF4-FFF2-40B4-BE49-F238E27FC236}">
                <a16:creationId xmlns:a16="http://schemas.microsoft.com/office/drawing/2014/main" id="{136EDA11-DC0C-4DCC-8B74-C765D2CBBF18}"/>
              </a:ext>
            </a:extLst>
          </p:cNvPr>
          <p:cNvSpPr>
            <a:spLocks noGrp="1"/>
          </p:cNvSpPr>
          <p:nvPr/>
        </p:nvSpPr>
        <p:spPr>
          <a:xfrm>
            <a:off x="6419850" y="3143250"/>
            <a:ext cx="1638300" cy="1190625"/>
          </a:xfrm>
          <a:prstGeom prst="rect">
            <a:avLst/>
          </a:prstGeom>
          <a:noFill/>
          <a:ln w="0">
            <a:noFill/>
          </a:ln>
        </p:spPr>
        <p:txBody>
          <a:bodyPr wrap="square" lIns="0" tIns="0" rIns="0" bIns="0" anchor="t">
            <a:noAutofit/>
          </a:bodyPr>
          <a:lstStyle>
            <a:defPPr algn="l">
              <a:defRPr sz="1650">
                <a:solidFill>
                  <a:srgbClr val="171717"/>
                </a:solidFill>
                <a:latin typeface="Roboto"/>
                <a:ea typeface="Roboto"/>
                <a:cs typeface="Roboto"/>
              </a:defRPr>
            </a:defPPr>
            <a:lvl1pPr algn="l">
              <a:buNone/>
              <a:defRPr sz="1650">
                <a:solidFill>
                  <a:srgbClr val="171717"/>
                </a:solidFill>
                <a:latin typeface="Roboto"/>
                <a:ea typeface="Roboto"/>
                <a:cs typeface="Roboto"/>
              </a:defRPr>
            </a:lvl1pPr>
            <a:lvl2pPr algn="l">
              <a:buNone/>
              <a:defRPr sz="1650">
                <a:solidFill>
                  <a:srgbClr val="171717"/>
                </a:solidFill>
                <a:latin typeface="Roboto"/>
                <a:ea typeface="Roboto"/>
                <a:cs typeface="Roboto"/>
              </a:defRPr>
            </a:lvl2pPr>
            <a:lvl3pPr algn="l">
              <a:buNone/>
              <a:defRPr sz="1650">
                <a:solidFill>
                  <a:srgbClr val="171717"/>
                </a:solidFill>
                <a:latin typeface="Roboto"/>
                <a:ea typeface="Roboto"/>
                <a:cs typeface="Roboto"/>
              </a:defRPr>
            </a:lvl3pPr>
            <a:lvl4pPr algn="l">
              <a:buNone/>
              <a:defRPr sz="1650">
                <a:solidFill>
                  <a:srgbClr val="171717"/>
                </a:solidFill>
                <a:latin typeface="Roboto"/>
                <a:ea typeface="Roboto"/>
                <a:cs typeface="Roboto"/>
              </a:defRPr>
            </a:lvl4pPr>
            <a:lvl5pPr algn="l">
              <a:buNone/>
              <a:defRPr sz="1650">
                <a:solidFill>
                  <a:srgbClr val="171717"/>
                </a:solidFill>
                <a:latin typeface="Roboto"/>
                <a:ea typeface="Roboto"/>
                <a:cs typeface="Roboto"/>
              </a:defRPr>
            </a:lvl5pPr>
            <a:lvl6pPr algn="l">
              <a:buNone/>
              <a:defRPr sz="1650">
                <a:solidFill>
                  <a:srgbClr val="171717"/>
                </a:solidFill>
                <a:latin typeface="Roboto"/>
                <a:ea typeface="Roboto"/>
                <a:cs typeface="Roboto"/>
              </a:defRPr>
            </a:lvl6pPr>
            <a:lvl7pPr algn="l">
              <a:buNone/>
              <a:defRPr sz="1650">
                <a:solidFill>
                  <a:srgbClr val="171717"/>
                </a:solidFill>
                <a:latin typeface="Roboto"/>
                <a:ea typeface="Roboto"/>
                <a:cs typeface="Roboto"/>
              </a:defRPr>
            </a:lvl7pPr>
            <a:lvl8pPr algn="l">
              <a:buNone/>
              <a:defRPr sz="1650">
                <a:solidFill>
                  <a:srgbClr val="171717"/>
                </a:solidFill>
                <a:latin typeface="Roboto"/>
                <a:ea typeface="Roboto"/>
                <a:cs typeface="Roboto"/>
              </a:defRPr>
            </a:lvl8pPr>
            <a:lvl9pPr algn="l">
              <a:buNone/>
              <a:defRPr sz="1650">
                <a:solidFill>
                  <a:srgbClr val="171717"/>
                </a:solidFill>
                <a:latin typeface="Roboto"/>
                <a:ea typeface="Roboto"/>
                <a:cs typeface="Roboto"/>
              </a:defRPr>
            </a:lvl9pPr>
          </a:lstStyle>
          <a:p>
            <a:pPr algn="l">
              <a:buNone/>
              <a:defRPr sz="1650">
                <a:solidFill>
                  <a:srgbClr val="171717"/>
                </a:solidFill>
                <a:latin typeface="Roboto"/>
                <a:ea typeface="Roboto"/>
                <a:cs typeface="Roboto"/>
              </a:defRPr>
            </a:pPr>
            <a:r>
              <a:rPr sz="1650">
                <a:solidFill>
                  <a:srgbClr val="171717"/>
                </a:solidFill>
                <a:latin typeface="Roboto"/>
                <a:ea typeface="Roboto"/>
                <a:cs typeface="Roboto"/>
              </a:rPr>
              <a:t>Сборка сущностей</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и замена</a:t>
            </a:r>
          </a:p>
          <a:p>
            <a:pPr algn="l">
              <a:buNone/>
              <a:defRPr sz="1650">
                <a:solidFill>
                  <a:srgbClr val="171717"/>
                </a:solidFill>
                <a:latin typeface="Roboto"/>
                <a:ea typeface="Roboto"/>
                <a:cs typeface="Roboto"/>
              </a:defRPr>
            </a:pPr>
            <a:r>
              <a:rPr sz="1650">
                <a:solidFill>
                  <a:srgbClr val="171717"/>
                </a:solidFill>
                <a:latin typeface="Roboto"/>
                <a:ea typeface="Roboto"/>
                <a:cs typeface="Roboto"/>
              </a:rPr>
              <a:t>на метки</a:t>
            </a:r>
          </a:p>
        </p:txBody>
      </p:sp>
    </p:spTree>
    <p:extLst>
      <p:ext uri="{BB962C8B-B14F-4D97-AF65-F5344CB8AC3E}">
        <p14:creationId xmlns:p14="http://schemas.microsoft.com/office/powerpoint/2010/main" val="950204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 name="Google Shape;608;p76">
            <a:extLst>
              <a:ext uri="{FF2B5EF4-FFF2-40B4-BE49-F238E27FC236}">
                <a16:creationId xmlns:a16="http://schemas.microsoft.com/office/drawing/2014/main" id="{91A96B2F-F49D-4CF1-A0D1-692857DE1319}"/>
              </a:ext>
            </a:extLst>
          </p:cNvPr>
          <p:cNvSpPr>
            <a:spLocks noGrp="1"/>
          </p:cNvSpPr>
          <p:nvPr>
            <p:ph type="title"/>
          </p:nvPr>
        </p:nvSpPr>
        <p:spPr>
          <a:xfrm>
            <a:off x="600075" y="428625"/>
            <a:ext cx="7905750" cy="76200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dirty="0">
                <a:solidFill>
                  <a:srgbClr val="000000"/>
                </a:solidFill>
                <a:latin typeface="Roboto"/>
                <a:ea typeface="Roboto"/>
                <a:cs typeface="Roboto"/>
              </a:rPr>
              <a:t>Collection3: </a:t>
            </a:r>
            <a:r>
              <a:rPr sz="3000" b="1" dirty="0" err="1">
                <a:solidFill>
                  <a:srgbClr val="000000"/>
                </a:solidFill>
                <a:latin typeface="Roboto"/>
                <a:ea typeface="Roboto"/>
                <a:cs typeface="Roboto"/>
              </a:rPr>
              <a:t>выбор</a:t>
            </a:r>
            <a:r>
              <a:rPr sz="3000" b="1" dirty="0">
                <a:solidFill>
                  <a:srgbClr val="000000"/>
                </a:solidFill>
                <a:latin typeface="Roboto"/>
                <a:ea typeface="Roboto"/>
                <a:cs typeface="Roboto"/>
              </a:rPr>
              <a:t> </a:t>
            </a:r>
            <a:r>
              <a:rPr sz="3000" b="1" dirty="0" err="1">
                <a:solidFill>
                  <a:srgbClr val="000000"/>
                </a:solidFill>
                <a:latin typeface="Roboto"/>
                <a:ea typeface="Roboto"/>
                <a:cs typeface="Roboto"/>
              </a:rPr>
              <a:t>модели</a:t>
            </a:r>
            <a:r>
              <a:rPr lang="ru-RU" sz="3000" b="1" dirty="0">
                <a:solidFill>
                  <a:srgbClr val="000000"/>
                </a:solidFill>
                <a:latin typeface="Roboto"/>
                <a:ea typeface="Roboto"/>
                <a:cs typeface="Roboto"/>
              </a:rPr>
              <a:t> обучения</a:t>
            </a:r>
            <a:endParaRPr dirty="0"/>
          </a:p>
        </p:txBody>
      </p:sp>
      <p:graphicFrame>
        <p:nvGraphicFramePr>
          <p:cNvPr id="609" name="Таблица 608">
            <a:extLst>
              <a:ext uri="{FF2B5EF4-FFF2-40B4-BE49-F238E27FC236}">
                <a16:creationId xmlns:a16="http://schemas.microsoft.com/office/drawing/2014/main" id="{8D48B14D-869A-4610-8728-FAABFB7C0AEF}"/>
              </a:ext>
            </a:extLst>
          </p:cNvPr>
          <p:cNvGraphicFramePr/>
          <p:nvPr/>
        </p:nvGraphicFramePr>
        <p:xfrm>
          <a:off x="609600" y="1476375"/>
          <a:ext cx="7953375" cy="1943100"/>
        </p:xfrm>
        <a:graphic>
          <a:graphicData uri="http://schemas.openxmlformats.org/drawingml/2006/table">
            <a:tbl>
              <a:tblPr/>
              <a:tblGrid>
                <a:gridCol w="2324100">
                  <a:extLst>
                    <a:ext uri="{9D8B030D-6E8A-4147-A177-3AD203B41FA5}">
                      <a16:colId xmlns:a16="http://schemas.microsoft.com/office/drawing/2014/main" val="20000"/>
                    </a:ext>
                  </a:extLst>
                </a:gridCol>
                <a:gridCol w="1876425">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76425">
                  <a:extLst>
                    <a:ext uri="{9D8B030D-6E8A-4147-A177-3AD203B41FA5}">
                      <a16:colId xmlns:a16="http://schemas.microsoft.com/office/drawing/2014/main" val="20003"/>
                    </a:ext>
                  </a:extLst>
                </a:gridCol>
              </a:tblGrid>
              <a:tr h="647700">
                <a:tc>
                  <a:txBody>
                    <a:bodyPr/>
                    <a:lstStyle/>
                    <a:p>
                      <a:pPr algn="l">
                        <a:buNone/>
                      </a:pPr>
                      <a:r>
                        <a:rPr sz="1725" b="1">
                          <a:solidFill>
                            <a:srgbClr val="3F299A"/>
                          </a:solidFill>
                          <a:latin typeface="Roboto"/>
                          <a:ea typeface="Roboto"/>
                          <a:cs typeface="Roboto"/>
                        </a:rPr>
                        <a:t>Learning rate</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725" b="1">
                          <a:solidFill>
                            <a:srgbClr val="3F299A"/>
                          </a:solidFill>
                          <a:latin typeface="Roboto"/>
                          <a:ea typeface="Roboto"/>
                          <a:cs typeface="Roboto"/>
                        </a:rPr>
                        <a:t>F1 PER</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725" b="1" dirty="0">
                          <a:solidFill>
                            <a:srgbClr val="3F299A"/>
                          </a:solidFill>
                          <a:latin typeface="Roboto"/>
                          <a:ea typeface="Roboto"/>
                          <a:cs typeface="Roboto"/>
                        </a:rPr>
                        <a:t>F1 ORG</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725" b="1">
                          <a:solidFill>
                            <a:srgbClr val="3F299A"/>
                          </a:solidFill>
                          <a:latin typeface="Roboto"/>
                          <a:ea typeface="Roboto"/>
                          <a:cs typeface="Roboto"/>
                        </a:rPr>
                        <a:t>Macro F1</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647700">
                <a:tc>
                  <a:txBody>
                    <a:bodyPr/>
                    <a:lstStyle/>
                    <a:p>
                      <a:pPr algn="l">
                        <a:buNone/>
                      </a:pPr>
                      <a:r>
                        <a:rPr sz="1725" b="0">
                          <a:solidFill>
                            <a:srgbClr val="222222"/>
                          </a:solidFill>
                          <a:latin typeface="Roboto"/>
                          <a:ea typeface="Roboto"/>
                          <a:cs typeface="Roboto"/>
                        </a:rPr>
                        <a:t>5 × 10⁻⁵</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a:solidFill>
                            <a:srgbClr val="222222"/>
                          </a:solidFill>
                          <a:latin typeface="Roboto"/>
                          <a:ea typeface="Roboto"/>
                          <a:cs typeface="Roboto"/>
                        </a:rPr>
                        <a:t>0,9616</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a:solidFill>
                            <a:srgbClr val="222222"/>
                          </a:solidFill>
                          <a:latin typeface="Roboto"/>
                          <a:ea typeface="Roboto"/>
                          <a:cs typeface="Roboto"/>
                        </a:rPr>
                        <a:t>0,8577</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a:solidFill>
                            <a:srgbClr val="222222"/>
                          </a:solidFill>
                          <a:latin typeface="Roboto"/>
                          <a:ea typeface="Roboto"/>
                          <a:cs typeface="Roboto"/>
                        </a:rPr>
                        <a:t>0,9096</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1"/>
                  </a:ext>
                </a:extLst>
              </a:tr>
              <a:tr h="647700">
                <a:tc>
                  <a:txBody>
                    <a:bodyPr/>
                    <a:lstStyle/>
                    <a:p>
                      <a:pPr algn="l">
                        <a:buNone/>
                      </a:pPr>
                      <a:r>
                        <a:rPr sz="1725" b="0">
                          <a:solidFill>
                            <a:srgbClr val="222222"/>
                          </a:solidFill>
                          <a:latin typeface="Roboto"/>
                          <a:ea typeface="Roboto"/>
                          <a:cs typeface="Roboto"/>
                        </a:rPr>
                        <a:t>1 × 10⁻⁴</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a:solidFill>
                            <a:srgbClr val="222222"/>
                          </a:solidFill>
                          <a:latin typeface="Roboto"/>
                          <a:ea typeface="Roboto"/>
                          <a:cs typeface="Roboto"/>
                        </a:rPr>
                        <a:t>0,9688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a:solidFill>
                            <a:srgbClr val="222222"/>
                          </a:solidFill>
                          <a:latin typeface="Roboto"/>
                          <a:ea typeface="Roboto"/>
                          <a:cs typeface="Roboto"/>
                        </a:rPr>
                        <a:t>0,8728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725" b="0" dirty="0">
                          <a:solidFill>
                            <a:srgbClr val="222222"/>
                          </a:solidFill>
                          <a:latin typeface="Roboto"/>
                          <a:ea typeface="Roboto"/>
                          <a:cs typeface="Roboto"/>
                        </a:rPr>
                        <a:t>0,9208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610" name="Выбран learning rate 1 × 10⁻⁴ по лучшему macro F1">
            <a:extLst>
              <a:ext uri="{FF2B5EF4-FFF2-40B4-BE49-F238E27FC236}">
                <a16:creationId xmlns:a16="http://schemas.microsoft.com/office/drawing/2014/main" id="{6C123CFE-192B-41E4-85F0-5880C82D9E6A}"/>
              </a:ext>
            </a:extLst>
          </p:cNvPr>
          <p:cNvSpPr>
            <a:spLocks noGrp="1"/>
          </p:cNvSpPr>
          <p:nvPr/>
        </p:nvSpPr>
        <p:spPr>
          <a:xfrm>
            <a:off x="666750" y="3667125"/>
            <a:ext cx="7810500" cy="447675"/>
          </a:xfrm>
          <a:prstGeom prst="rect">
            <a:avLst/>
          </a:prstGeom>
          <a:noFill/>
          <a:ln w="0">
            <a:noFill/>
          </a:ln>
        </p:spPr>
        <p:txBody>
          <a:bodyPr wrap="square" lIns="0" tIns="0" rIns="0" bIns="0" anchor="t">
            <a:noAutofit/>
          </a:bodyPr>
          <a:lstStyle>
            <a:defPPr algn="l">
              <a:defRPr sz="1875" b="1">
                <a:solidFill>
                  <a:srgbClr val="3F299A"/>
                </a:solidFill>
                <a:latin typeface="Roboto"/>
                <a:ea typeface="Roboto"/>
                <a:cs typeface="Roboto"/>
              </a:defRPr>
            </a:defPPr>
            <a:lvl1pPr algn="l">
              <a:buNone/>
              <a:defRPr sz="1875" b="1">
                <a:solidFill>
                  <a:srgbClr val="3F299A"/>
                </a:solidFill>
                <a:latin typeface="Roboto"/>
                <a:ea typeface="Roboto"/>
                <a:cs typeface="Roboto"/>
              </a:defRPr>
            </a:lvl1pPr>
            <a:lvl2pPr algn="l">
              <a:buNone/>
              <a:defRPr sz="1875" b="1">
                <a:solidFill>
                  <a:srgbClr val="3F299A"/>
                </a:solidFill>
                <a:latin typeface="Roboto"/>
                <a:ea typeface="Roboto"/>
                <a:cs typeface="Roboto"/>
              </a:defRPr>
            </a:lvl2pPr>
            <a:lvl3pPr algn="l">
              <a:buNone/>
              <a:defRPr sz="1875" b="1">
                <a:solidFill>
                  <a:srgbClr val="3F299A"/>
                </a:solidFill>
                <a:latin typeface="Roboto"/>
                <a:ea typeface="Roboto"/>
                <a:cs typeface="Roboto"/>
              </a:defRPr>
            </a:lvl3pPr>
            <a:lvl4pPr algn="l">
              <a:buNone/>
              <a:defRPr sz="1875" b="1">
                <a:solidFill>
                  <a:srgbClr val="3F299A"/>
                </a:solidFill>
                <a:latin typeface="Roboto"/>
                <a:ea typeface="Roboto"/>
                <a:cs typeface="Roboto"/>
              </a:defRPr>
            </a:lvl4pPr>
            <a:lvl5pPr algn="l">
              <a:buNone/>
              <a:defRPr sz="1875" b="1">
                <a:solidFill>
                  <a:srgbClr val="3F299A"/>
                </a:solidFill>
                <a:latin typeface="Roboto"/>
                <a:ea typeface="Roboto"/>
                <a:cs typeface="Roboto"/>
              </a:defRPr>
            </a:lvl5pPr>
            <a:lvl6pPr algn="l">
              <a:buNone/>
              <a:defRPr sz="1875" b="1">
                <a:solidFill>
                  <a:srgbClr val="3F299A"/>
                </a:solidFill>
                <a:latin typeface="Roboto"/>
                <a:ea typeface="Roboto"/>
                <a:cs typeface="Roboto"/>
              </a:defRPr>
            </a:lvl6pPr>
            <a:lvl7pPr algn="l">
              <a:buNone/>
              <a:defRPr sz="1875" b="1">
                <a:solidFill>
                  <a:srgbClr val="3F299A"/>
                </a:solidFill>
                <a:latin typeface="Roboto"/>
                <a:ea typeface="Roboto"/>
                <a:cs typeface="Roboto"/>
              </a:defRPr>
            </a:lvl7pPr>
            <a:lvl8pPr algn="l">
              <a:buNone/>
              <a:defRPr sz="1875" b="1">
                <a:solidFill>
                  <a:srgbClr val="3F299A"/>
                </a:solidFill>
                <a:latin typeface="Roboto"/>
                <a:ea typeface="Roboto"/>
                <a:cs typeface="Roboto"/>
              </a:defRPr>
            </a:lvl8pPr>
            <a:lvl9pPr algn="l">
              <a:buNone/>
              <a:defRPr sz="1875" b="1">
                <a:solidFill>
                  <a:srgbClr val="3F299A"/>
                </a:solidFill>
                <a:latin typeface="Roboto"/>
                <a:ea typeface="Roboto"/>
                <a:cs typeface="Roboto"/>
              </a:defRPr>
            </a:lvl9pPr>
          </a:lstStyle>
          <a:p>
            <a:pPr algn="l">
              <a:buNone/>
              <a:defRPr sz="1875" b="1">
                <a:solidFill>
                  <a:srgbClr val="3F299A"/>
                </a:solidFill>
                <a:latin typeface="Roboto"/>
                <a:ea typeface="Roboto"/>
                <a:cs typeface="Roboto"/>
              </a:defRPr>
            </a:pPr>
            <a:r>
              <a:rPr sz="1875" b="1">
                <a:solidFill>
                  <a:srgbClr val="3F299A"/>
                </a:solidFill>
                <a:latin typeface="Roboto"/>
                <a:ea typeface="Roboto"/>
                <a:cs typeface="Roboto"/>
              </a:rPr>
              <a:t>Выбран learning rate 1 × 10⁻⁴ по лучшему macro F1</a:t>
            </a:r>
          </a:p>
        </p:txBody>
      </p:sp>
      <p:sp>
        <p:nvSpPr>
          <p:cNvPr id="611" name="Два эксперимента по 5 эпох. Test не участвует в выборе ">
            <a:extLst>
              <a:ext uri="{FF2B5EF4-FFF2-40B4-BE49-F238E27FC236}">
                <a16:creationId xmlns:a16="http://schemas.microsoft.com/office/drawing/2014/main" id="{61605C92-E4A1-4FF3-ACCD-AAE420E5381F}"/>
              </a:ext>
            </a:extLst>
          </p:cNvPr>
          <p:cNvSpPr>
            <a:spLocks noGrp="1"/>
          </p:cNvSpPr>
          <p:nvPr/>
        </p:nvSpPr>
        <p:spPr>
          <a:xfrm>
            <a:off x="666750" y="4324350"/>
            <a:ext cx="7810500" cy="523875"/>
          </a:xfrm>
          <a:prstGeom prst="rect">
            <a:avLst/>
          </a:prstGeom>
          <a:noFill/>
          <a:ln w="0">
            <a:noFill/>
          </a:ln>
        </p:spPr>
        <p:txBody>
          <a:bodyPr wrap="square" lIns="0" tIns="0" rIns="0" bIns="0" anchor="t">
            <a:noAutofit/>
          </a:bodyPr>
          <a:lstStyle>
            <a:defPPr algn="l">
              <a:defRPr sz="1575">
                <a:solidFill>
                  <a:srgbClr val="171717"/>
                </a:solidFill>
                <a:latin typeface="Roboto"/>
                <a:ea typeface="Roboto"/>
                <a:cs typeface="Roboto"/>
              </a:defRPr>
            </a:defPPr>
            <a:lvl1pPr algn="l">
              <a:buNone/>
              <a:defRPr sz="1575">
                <a:solidFill>
                  <a:srgbClr val="171717"/>
                </a:solidFill>
                <a:latin typeface="Roboto"/>
                <a:ea typeface="Roboto"/>
                <a:cs typeface="Roboto"/>
              </a:defRPr>
            </a:lvl1pPr>
            <a:lvl2pPr algn="l">
              <a:buNone/>
              <a:defRPr sz="1575">
                <a:solidFill>
                  <a:srgbClr val="171717"/>
                </a:solidFill>
                <a:latin typeface="Roboto"/>
                <a:ea typeface="Roboto"/>
                <a:cs typeface="Roboto"/>
              </a:defRPr>
            </a:lvl2pPr>
            <a:lvl3pPr algn="l">
              <a:buNone/>
              <a:defRPr sz="1575">
                <a:solidFill>
                  <a:srgbClr val="171717"/>
                </a:solidFill>
                <a:latin typeface="Roboto"/>
                <a:ea typeface="Roboto"/>
                <a:cs typeface="Roboto"/>
              </a:defRPr>
            </a:lvl3pPr>
            <a:lvl4pPr algn="l">
              <a:buNone/>
              <a:defRPr sz="1575">
                <a:solidFill>
                  <a:srgbClr val="171717"/>
                </a:solidFill>
                <a:latin typeface="Roboto"/>
                <a:ea typeface="Roboto"/>
                <a:cs typeface="Roboto"/>
              </a:defRPr>
            </a:lvl4pPr>
            <a:lvl5pPr algn="l">
              <a:buNone/>
              <a:defRPr sz="1575">
                <a:solidFill>
                  <a:srgbClr val="171717"/>
                </a:solidFill>
                <a:latin typeface="Roboto"/>
                <a:ea typeface="Roboto"/>
                <a:cs typeface="Roboto"/>
              </a:defRPr>
            </a:lvl5pPr>
            <a:lvl6pPr algn="l">
              <a:buNone/>
              <a:defRPr sz="1575">
                <a:solidFill>
                  <a:srgbClr val="171717"/>
                </a:solidFill>
                <a:latin typeface="Roboto"/>
                <a:ea typeface="Roboto"/>
                <a:cs typeface="Roboto"/>
              </a:defRPr>
            </a:lvl6pPr>
            <a:lvl7pPr algn="l">
              <a:buNone/>
              <a:defRPr sz="1575">
                <a:solidFill>
                  <a:srgbClr val="171717"/>
                </a:solidFill>
                <a:latin typeface="Roboto"/>
                <a:ea typeface="Roboto"/>
                <a:cs typeface="Roboto"/>
              </a:defRPr>
            </a:lvl7pPr>
            <a:lvl8pPr algn="l">
              <a:buNone/>
              <a:defRPr sz="1575">
                <a:solidFill>
                  <a:srgbClr val="171717"/>
                </a:solidFill>
                <a:latin typeface="Roboto"/>
                <a:ea typeface="Roboto"/>
                <a:cs typeface="Roboto"/>
              </a:defRPr>
            </a:lvl8pPr>
            <a:lvl9pPr algn="l">
              <a:buNone/>
              <a:defRPr sz="1575">
                <a:solidFill>
                  <a:srgbClr val="171717"/>
                </a:solidFill>
                <a:latin typeface="Roboto"/>
                <a:ea typeface="Roboto"/>
                <a:cs typeface="Roboto"/>
              </a:defRPr>
            </a:lvl9pPr>
          </a:lstStyle>
          <a:p>
            <a:pPr algn="l">
              <a:buNone/>
              <a:defRPr sz="1575">
                <a:solidFill>
                  <a:srgbClr val="171717"/>
                </a:solidFill>
                <a:latin typeface="Roboto"/>
                <a:ea typeface="Roboto"/>
                <a:cs typeface="Roboto"/>
              </a:defRPr>
            </a:pPr>
            <a:r>
              <a:rPr sz="1575">
                <a:solidFill>
                  <a:srgbClr val="171717"/>
                </a:solidFill>
                <a:latin typeface="Roboto"/>
                <a:ea typeface="Roboto"/>
                <a:cs typeface="Roboto"/>
              </a:rPr>
              <a:t>Два эксперимента по 5 эпох. Test не участвует в выборе модели.</a:t>
            </a:r>
          </a:p>
        </p:txBody>
      </p:sp>
    </p:spTree>
    <p:extLst>
      <p:ext uri="{BB962C8B-B14F-4D97-AF65-F5344CB8AC3E}">
        <p14:creationId xmlns:p14="http://schemas.microsoft.com/office/powerpoint/2010/main" val="26703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Google Shape;387;p56">
            <a:extLst>
              <a:ext uri="{FF2B5EF4-FFF2-40B4-BE49-F238E27FC236}">
                <a16:creationId xmlns:a16="http://schemas.microsoft.com/office/drawing/2014/main" id="{CA995492-FBAB-41BE-A2D2-7DE433FC0FC0}"/>
              </a:ext>
            </a:extLst>
          </p:cNvPr>
          <p:cNvSpPr>
            <a:spLocks noGrp="1"/>
          </p:cNvSpPr>
          <p:nvPr>
            <p:ph type="title"/>
          </p:nvPr>
        </p:nvSpPr>
        <p:spPr>
          <a:xfrm>
            <a:off x="600075" y="428625"/>
            <a:ext cx="7905750" cy="640050"/>
          </a:xfrm>
          <a:prstGeom prst="rect">
            <a:avLst/>
          </a:prstGeom>
        </p:spPr>
        <p:txBody>
          <a:bodyPr spcFirstLastPara="1" wrap="square" lIns="0" tIns="0" rIns="0" bIns="0" anchor="t">
            <a:noAutofit/>
          </a:bodyPr>
          <a:lstStyle>
            <a:defPPr algn="l">
              <a:defRPr sz="3000" b="1">
                <a:solidFill>
                  <a:srgbClr val="000000"/>
                </a:solidFill>
                <a:latin typeface="Roboto"/>
                <a:ea typeface="Roboto"/>
                <a:cs typeface="Roboto"/>
              </a:defRPr>
            </a:defPPr>
            <a:lvl1pPr algn="l">
              <a:buNone/>
              <a:defRPr sz="3000" b="1">
                <a:solidFill>
                  <a:srgbClr val="000000"/>
                </a:solidFill>
                <a:latin typeface="Roboto"/>
                <a:ea typeface="Roboto"/>
                <a:cs typeface="Roboto"/>
              </a:defRPr>
            </a:lvl1pPr>
            <a:lvl2pPr algn="l">
              <a:buNone/>
              <a:defRPr sz="3000" b="1">
                <a:solidFill>
                  <a:srgbClr val="000000"/>
                </a:solidFill>
                <a:latin typeface="Roboto"/>
                <a:ea typeface="Roboto"/>
                <a:cs typeface="Roboto"/>
              </a:defRPr>
            </a:lvl2pPr>
            <a:lvl3pPr algn="l">
              <a:buNone/>
              <a:defRPr sz="3000" b="1">
                <a:solidFill>
                  <a:srgbClr val="000000"/>
                </a:solidFill>
                <a:latin typeface="Roboto"/>
                <a:ea typeface="Roboto"/>
                <a:cs typeface="Roboto"/>
              </a:defRPr>
            </a:lvl3pPr>
            <a:lvl4pPr algn="l">
              <a:buNone/>
              <a:defRPr sz="3000" b="1">
                <a:solidFill>
                  <a:srgbClr val="000000"/>
                </a:solidFill>
                <a:latin typeface="Roboto"/>
                <a:ea typeface="Roboto"/>
                <a:cs typeface="Roboto"/>
              </a:defRPr>
            </a:lvl4pPr>
            <a:lvl5pPr algn="l">
              <a:buNone/>
              <a:defRPr sz="3000" b="1">
                <a:solidFill>
                  <a:srgbClr val="000000"/>
                </a:solidFill>
                <a:latin typeface="Roboto"/>
                <a:ea typeface="Roboto"/>
                <a:cs typeface="Roboto"/>
              </a:defRPr>
            </a:lvl5pPr>
            <a:lvl6pPr algn="l">
              <a:buNone/>
              <a:defRPr sz="3000" b="1">
                <a:solidFill>
                  <a:srgbClr val="000000"/>
                </a:solidFill>
                <a:latin typeface="Roboto"/>
                <a:ea typeface="Roboto"/>
                <a:cs typeface="Roboto"/>
              </a:defRPr>
            </a:lvl6pPr>
            <a:lvl7pPr algn="l">
              <a:buNone/>
              <a:defRPr sz="3000" b="1">
                <a:solidFill>
                  <a:srgbClr val="000000"/>
                </a:solidFill>
                <a:latin typeface="Roboto"/>
                <a:ea typeface="Roboto"/>
                <a:cs typeface="Roboto"/>
              </a:defRPr>
            </a:lvl7pPr>
            <a:lvl8pPr algn="l">
              <a:buNone/>
              <a:defRPr sz="3000" b="1">
                <a:solidFill>
                  <a:srgbClr val="000000"/>
                </a:solidFill>
                <a:latin typeface="Roboto"/>
                <a:ea typeface="Roboto"/>
                <a:cs typeface="Roboto"/>
              </a:defRPr>
            </a:lvl8pPr>
            <a:lvl9pPr algn="l">
              <a:buNone/>
              <a:defRPr sz="3000" b="1">
                <a:solidFill>
                  <a:srgbClr val="000000"/>
                </a:solidFill>
                <a:latin typeface="Roboto"/>
                <a:ea typeface="Roboto"/>
                <a:cs typeface="Roboto"/>
              </a:defRPr>
            </a:lvl9pPr>
          </a:lstStyle>
          <a:p>
            <a:pPr marL="0" lvl="0" indent="0" algn="l">
              <a:spcBef>
                <a:spcPts val="0"/>
              </a:spcBef>
              <a:spcAft>
                <a:spcPts val="0"/>
              </a:spcAft>
              <a:buNone/>
              <a:defRPr sz="3000" b="1">
                <a:solidFill>
                  <a:srgbClr val="000000"/>
                </a:solidFill>
                <a:latin typeface="Roboto"/>
                <a:ea typeface="Roboto"/>
                <a:cs typeface="Roboto"/>
              </a:defRPr>
            </a:pPr>
            <a:r>
              <a:rPr sz="3000" b="1" dirty="0">
                <a:solidFill>
                  <a:srgbClr val="000000"/>
                </a:solidFill>
                <a:latin typeface="Roboto"/>
                <a:ea typeface="Roboto"/>
                <a:cs typeface="Roboto"/>
              </a:rPr>
              <a:t>Collection3: </a:t>
            </a:r>
            <a:r>
              <a:rPr sz="3000" b="1" dirty="0" err="1">
                <a:solidFill>
                  <a:srgbClr val="000000"/>
                </a:solidFill>
                <a:latin typeface="Roboto"/>
                <a:ea typeface="Roboto"/>
                <a:cs typeface="Roboto"/>
              </a:rPr>
              <a:t>результат</a:t>
            </a:r>
            <a:r>
              <a:rPr sz="3000" b="1" dirty="0">
                <a:solidFill>
                  <a:srgbClr val="000000"/>
                </a:solidFill>
                <a:latin typeface="Roboto"/>
                <a:ea typeface="Roboto"/>
                <a:cs typeface="Roboto"/>
              </a:rPr>
              <a:t> </a:t>
            </a:r>
            <a:r>
              <a:rPr sz="3000" b="1" dirty="0" err="1">
                <a:solidFill>
                  <a:srgbClr val="000000"/>
                </a:solidFill>
                <a:latin typeface="Roboto"/>
                <a:ea typeface="Roboto"/>
                <a:cs typeface="Roboto"/>
              </a:rPr>
              <a:t>на</a:t>
            </a:r>
            <a:r>
              <a:rPr sz="3000" b="1" dirty="0">
                <a:solidFill>
                  <a:srgbClr val="000000"/>
                </a:solidFill>
                <a:latin typeface="Roboto"/>
                <a:ea typeface="Roboto"/>
                <a:cs typeface="Roboto"/>
              </a:rPr>
              <a:t> test</a:t>
            </a:r>
            <a:endParaRPr dirty="0"/>
          </a:p>
        </p:txBody>
      </p:sp>
      <p:sp>
        <p:nvSpPr>
          <p:cNvPr id="388" name="Google Shape;388;p56">
            <a:extLst>
              <a:ext uri="{FF2B5EF4-FFF2-40B4-BE49-F238E27FC236}">
                <a16:creationId xmlns:a16="http://schemas.microsoft.com/office/drawing/2014/main" id="{E47BBD22-BBBE-40E3-8B3C-A860C29AE3A9}"/>
              </a:ext>
            </a:extLst>
          </p:cNvPr>
          <p:cNvSpPr>
            <a:spLocks noGrp="1"/>
          </p:cNvSpPr>
          <p:nvPr>
            <p:ph type="title"/>
          </p:nvPr>
        </p:nvSpPr>
        <p:spPr>
          <a:xfrm>
            <a:off x="638175" y="1057275"/>
            <a:ext cx="7905750" cy="422880"/>
          </a:xfrm>
          <a:prstGeom prst="rect">
            <a:avLst/>
          </a:prstGeom>
        </p:spPr>
        <p:txBody>
          <a:bodyPr spcFirstLastPara="1" wrap="square" lIns="0" tIns="0" rIns="0" bIns="0" anchor="t">
            <a:noAutofit/>
          </a:bodyPr>
          <a:lstStyle>
            <a:defPPr algn="l">
              <a:defRPr sz="1575">
                <a:solidFill>
                  <a:srgbClr val="171717"/>
                </a:solidFill>
                <a:latin typeface="Roboto Medium"/>
                <a:ea typeface="Roboto Medium"/>
                <a:cs typeface="Roboto Medium"/>
              </a:defRPr>
            </a:defPPr>
            <a:lvl1pPr algn="l">
              <a:buNone/>
              <a:defRPr sz="1575">
                <a:solidFill>
                  <a:srgbClr val="171717"/>
                </a:solidFill>
                <a:latin typeface="Roboto Medium"/>
                <a:ea typeface="Roboto Medium"/>
                <a:cs typeface="Roboto Medium"/>
              </a:defRPr>
            </a:lvl1pPr>
            <a:lvl2pPr algn="l">
              <a:buNone/>
              <a:defRPr sz="1575">
                <a:solidFill>
                  <a:srgbClr val="171717"/>
                </a:solidFill>
                <a:latin typeface="Roboto Medium"/>
                <a:ea typeface="Roboto Medium"/>
                <a:cs typeface="Roboto Medium"/>
              </a:defRPr>
            </a:lvl2pPr>
            <a:lvl3pPr algn="l">
              <a:buNone/>
              <a:defRPr sz="1575">
                <a:solidFill>
                  <a:srgbClr val="171717"/>
                </a:solidFill>
                <a:latin typeface="Roboto Medium"/>
                <a:ea typeface="Roboto Medium"/>
                <a:cs typeface="Roboto Medium"/>
              </a:defRPr>
            </a:lvl3pPr>
            <a:lvl4pPr algn="l">
              <a:buNone/>
              <a:defRPr sz="1575">
                <a:solidFill>
                  <a:srgbClr val="171717"/>
                </a:solidFill>
                <a:latin typeface="Roboto Medium"/>
                <a:ea typeface="Roboto Medium"/>
                <a:cs typeface="Roboto Medium"/>
              </a:defRPr>
            </a:lvl4pPr>
            <a:lvl5pPr algn="l">
              <a:buNone/>
              <a:defRPr sz="1575">
                <a:solidFill>
                  <a:srgbClr val="171717"/>
                </a:solidFill>
                <a:latin typeface="Roboto Medium"/>
                <a:ea typeface="Roboto Medium"/>
                <a:cs typeface="Roboto Medium"/>
              </a:defRPr>
            </a:lvl5pPr>
            <a:lvl6pPr algn="l">
              <a:buNone/>
              <a:defRPr sz="1575">
                <a:solidFill>
                  <a:srgbClr val="171717"/>
                </a:solidFill>
                <a:latin typeface="Roboto Medium"/>
                <a:ea typeface="Roboto Medium"/>
                <a:cs typeface="Roboto Medium"/>
              </a:defRPr>
            </a:lvl6pPr>
            <a:lvl7pPr algn="l">
              <a:buNone/>
              <a:defRPr sz="1575">
                <a:solidFill>
                  <a:srgbClr val="171717"/>
                </a:solidFill>
                <a:latin typeface="Roboto Medium"/>
                <a:ea typeface="Roboto Medium"/>
                <a:cs typeface="Roboto Medium"/>
              </a:defRPr>
            </a:lvl7pPr>
            <a:lvl8pPr algn="l">
              <a:buNone/>
              <a:defRPr sz="1575">
                <a:solidFill>
                  <a:srgbClr val="171717"/>
                </a:solidFill>
                <a:latin typeface="Roboto Medium"/>
                <a:ea typeface="Roboto Medium"/>
                <a:cs typeface="Roboto Medium"/>
              </a:defRPr>
            </a:lvl8pPr>
            <a:lvl9pPr algn="l">
              <a:buNone/>
              <a:defRPr sz="1575">
                <a:solidFill>
                  <a:srgbClr val="171717"/>
                </a:solidFill>
                <a:latin typeface="Roboto Medium"/>
                <a:ea typeface="Roboto Medium"/>
                <a:cs typeface="Roboto Medium"/>
              </a:defRPr>
            </a:lvl9pPr>
          </a:lstStyle>
          <a:p>
            <a:pPr marL="0" lvl="0" indent="0" algn="l">
              <a:lnSpc>
                <a:spcPct val="100000"/>
              </a:lnSpc>
              <a:spcBef>
                <a:spcPts val="0"/>
              </a:spcBef>
              <a:spcAft>
                <a:spcPts val="0"/>
              </a:spcAft>
              <a:buNone/>
              <a:defRPr sz="1575">
                <a:solidFill>
                  <a:srgbClr val="171717"/>
                </a:solidFill>
                <a:latin typeface="Roboto Medium"/>
                <a:ea typeface="Roboto Medium"/>
                <a:cs typeface="Roboto Medium"/>
              </a:defRPr>
            </a:pPr>
            <a:r>
              <a:rPr sz="1575" b="0">
                <a:solidFill>
                  <a:srgbClr val="171717"/>
                </a:solidFill>
                <a:latin typeface="Roboto Medium"/>
                <a:ea typeface="Roboto Medium"/>
                <a:cs typeface="Roboto Medium"/>
              </a:rPr>
              <a:t>Collection3, 1 903 текста. Точное совпадение границ и класса</a:t>
            </a:r>
            <a:endParaRPr sz="1500" b="0">
              <a:latin typeface="Roboto Medium"/>
              <a:ea typeface="Roboto Medium"/>
              <a:cs typeface="Roboto Medium"/>
            </a:endParaRPr>
          </a:p>
        </p:txBody>
      </p:sp>
      <p:graphicFrame>
        <p:nvGraphicFramePr>
          <p:cNvPr id="389" name="Таблица 388">
            <a:extLst>
              <a:ext uri="{FF2B5EF4-FFF2-40B4-BE49-F238E27FC236}">
                <a16:creationId xmlns:a16="http://schemas.microsoft.com/office/drawing/2014/main" id="{24E2CBF2-C773-4CCB-8F42-C28DCB0013FB}"/>
              </a:ext>
            </a:extLst>
          </p:cNvPr>
          <p:cNvGraphicFramePr/>
          <p:nvPr/>
        </p:nvGraphicFramePr>
        <p:xfrm>
          <a:off x="657225" y="1619250"/>
          <a:ext cx="7829550" cy="1962150"/>
        </p:xfrm>
        <a:graphic>
          <a:graphicData uri="http://schemas.openxmlformats.org/drawingml/2006/table">
            <a:tbl>
              <a:tblPr/>
              <a:tblGrid>
                <a:gridCol w="171450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654050">
                <a:tc>
                  <a:txBody>
                    <a:bodyPr/>
                    <a:lstStyle/>
                    <a:p>
                      <a:pPr algn="l">
                        <a:buNone/>
                      </a:pPr>
                      <a:r>
                        <a:rPr sz="1800" b="1">
                          <a:solidFill>
                            <a:srgbClr val="3F299A"/>
                          </a:solidFill>
                          <a:latin typeface="Roboto"/>
                          <a:ea typeface="Roboto"/>
                          <a:cs typeface="Roboto"/>
                        </a:rPr>
                        <a:t>Класс</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800" b="1">
                          <a:solidFill>
                            <a:srgbClr val="3F299A"/>
                          </a:solidFill>
                          <a:latin typeface="Roboto"/>
                          <a:ea typeface="Roboto"/>
                          <a:cs typeface="Roboto"/>
                        </a:rPr>
                        <a:t>Precision</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800" b="1">
                          <a:solidFill>
                            <a:srgbClr val="3F299A"/>
                          </a:solidFill>
                          <a:latin typeface="Roboto"/>
                          <a:ea typeface="Roboto"/>
                          <a:cs typeface="Roboto"/>
                        </a:rPr>
                        <a:t>Recall</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buNone/>
                      </a:pPr>
                      <a:r>
                        <a:rPr sz="1800" b="1">
                          <a:solidFill>
                            <a:srgbClr val="3F299A"/>
                          </a:solidFill>
                          <a:latin typeface="Roboto"/>
                          <a:ea typeface="Roboto"/>
                          <a:cs typeface="Roboto"/>
                        </a:rPr>
                        <a:t>F1</a:t>
                      </a:r>
                    </a:p>
                  </a:txBody>
                  <a:tcPr anchor="ctr">
                    <a:lnL w="9525" cmpd="sng">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654050">
                <a:tc>
                  <a:txBody>
                    <a:bodyPr/>
                    <a:lstStyle/>
                    <a:p>
                      <a:pPr algn="l">
                        <a:buNone/>
                      </a:pPr>
                      <a:r>
                        <a:rPr sz="1800" b="0">
                          <a:solidFill>
                            <a:srgbClr val="222222"/>
                          </a:solidFill>
                          <a:latin typeface="Roboto"/>
                          <a:ea typeface="Roboto"/>
                          <a:cs typeface="Roboto"/>
                        </a:rPr>
                        <a:t>PER</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0,9641</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0,9808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0,9724</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1"/>
                  </a:ext>
                </a:extLst>
              </a:tr>
              <a:tr h="654050">
                <a:tc>
                  <a:txBody>
                    <a:bodyPr/>
                    <a:lstStyle/>
                    <a:p>
                      <a:pPr algn="l">
                        <a:buNone/>
                      </a:pPr>
                      <a:r>
                        <a:rPr sz="1800" b="0">
                          <a:solidFill>
                            <a:srgbClr val="222222"/>
                          </a:solidFill>
                          <a:latin typeface="Roboto"/>
                          <a:ea typeface="Roboto"/>
                          <a:cs typeface="Roboto"/>
                        </a:rPr>
                        <a:t>ORG</a:t>
                      </a:r>
                    </a:p>
                  </a:txBody>
                  <a:tcPr anchor="ctr">
                    <a:lnL w="9525">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0,8586</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0,8854</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tc>
                  <a:txBody>
                    <a:bodyPr/>
                    <a:lstStyle/>
                    <a:p>
                      <a:pPr algn="l">
                        <a:buNone/>
                      </a:pPr>
                      <a:r>
                        <a:rPr sz="1800" b="0">
                          <a:solidFill>
                            <a:srgbClr val="222222"/>
                          </a:solidFill>
                          <a:latin typeface="Roboto"/>
                          <a:ea typeface="Roboto"/>
                          <a:cs typeface="Roboto"/>
                        </a:rPr>
                        <a:t>0,8718</a:t>
                      </a:r>
                    </a:p>
                  </a:txBody>
                  <a:tcPr anchor="ctr">
                    <a:lnL w="9525" cmpd="sng">
                      <a:solidFill>
                        <a:srgbClr val="DDDDDD"/>
                      </a:solidFill>
                      <a:prstDash val="solid"/>
                    </a:lnL>
                    <a:lnR w="9525">
                      <a:solidFill>
                        <a:srgbClr val="DDDDDD"/>
                      </a:solidFill>
                      <a:prstDash val="solid"/>
                    </a:lnR>
                    <a:lnT w="9525" cmpd="sng">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390" name="Macro F1: 0,9221">
            <a:extLst>
              <a:ext uri="{FF2B5EF4-FFF2-40B4-BE49-F238E27FC236}">
                <a16:creationId xmlns:a16="http://schemas.microsoft.com/office/drawing/2014/main" id="{1578E7A2-87C6-4ADA-8DC9-8A336B16B14A}"/>
              </a:ext>
            </a:extLst>
          </p:cNvPr>
          <p:cNvSpPr>
            <a:spLocks noGrp="1"/>
          </p:cNvSpPr>
          <p:nvPr/>
        </p:nvSpPr>
        <p:spPr>
          <a:xfrm>
            <a:off x="666750" y="3819525"/>
            <a:ext cx="7620000" cy="400050"/>
          </a:xfrm>
          <a:prstGeom prst="rect">
            <a:avLst/>
          </a:prstGeom>
          <a:noFill/>
          <a:ln w="0">
            <a:noFill/>
          </a:ln>
        </p:spPr>
        <p:txBody>
          <a:bodyPr wrap="square" lIns="0" tIns="0" rIns="0" bIns="0" anchor="t">
            <a:noAutofit/>
          </a:bodyPr>
          <a:lstStyle>
            <a:defPPr algn="l">
              <a:defRPr sz="2175" b="1">
                <a:solidFill>
                  <a:srgbClr val="3F299A"/>
                </a:solidFill>
                <a:latin typeface="Roboto"/>
                <a:ea typeface="Roboto"/>
                <a:cs typeface="Roboto"/>
              </a:defRPr>
            </a:defPPr>
            <a:lvl1pPr algn="l">
              <a:buNone/>
              <a:defRPr sz="2175" b="1">
                <a:solidFill>
                  <a:srgbClr val="3F299A"/>
                </a:solidFill>
                <a:latin typeface="Roboto"/>
                <a:ea typeface="Roboto"/>
                <a:cs typeface="Roboto"/>
              </a:defRPr>
            </a:lvl1pPr>
            <a:lvl2pPr algn="l">
              <a:buNone/>
              <a:defRPr sz="2175" b="1">
                <a:solidFill>
                  <a:srgbClr val="3F299A"/>
                </a:solidFill>
                <a:latin typeface="Roboto"/>
                <a:ea typeface="Roboto"/>
                <a:cs typeface="Roboto"/>
              </a:defRPr>
            </a:lvl2pPr>
            <a:lvl3pPr algn="l">
              <a:buNone/>
              <a:defRPr sz="2175" b="1">
                <a:solidFill>
                  <a:srgbClr val="3F299A"/>
                </a:solidFill>
                <a:latin typeface="Roboto"/>
                <a:ea typeface="Roboto"/>
                <a:cs typeface="Roboto"/>
              </a:defRPr>
            </a:lvl3pPr>
            <a:lvl4pPr algn="l">
              <a:buNone/>
              <a:defRPr sz="2175" b="1">
                <a:solidFill>
                  <a:srgbClr val="3F299A"/>
                </a:solidFill>
                <a:latin typeface="Roboto"/>
                <a:ea typeface="Roboto"/>
                <a:cs typeface="Roboto"/>
              </a:defRPr>
            </a:lvl4pPr>
            <a:lvl5pPr algn="l">
              <a:buNone/>
              <a:defRPr sz="2175" b="1">
                <a:solidFill>
                  <a:srgbClr val="3F299A"/>
                </a:solidFill>
                <a:latin typeface="Roboto"/>
                <a:ea typeface="Roboto"/>
                <a:cs typeface="Roboto"/>
              </a:defRPr>
            </a:lvl5pPr>
            <a:lvl6pPr algn="l">
              <a:buNone/>
              <a:defRPr sz="2175" b="1">
                <a:solidFill>
                  <a:srgbClr val="3F299A"/>
                </a:solidFill>
                <a:latin typeface="Roboto"/>
                <a:ea typeface="Roboto"/>
                <a:cs typeface="Roboto"/>
              </a:defRPr>
            </a:lvl6pPr>
            <a:lvl7pPr algn="l">
              <a:buNone/>
              <a:defRPr sz="2175" b="1">
                <a:solidFill>
                  <a:srgbClr val="3F299A"/>
                </a:solidFill>
                <a:latin typeface="Roboto"/>
                <a:ea typeface="Roboto"/>
                <a:cs typeface="Roboto"/>
              </a:defRPr>
            </a:lvl7pPr>
            <a:lvl8pPr algn="l">
              <a:buNone/>
              <a:defRPr sz="2175" b="1">
                <a:solidFill>
                  <a:srgbClr val="3F299A"/>
                </a:solidFill>
                <a:latin typeface="Roboto"/>
                <a:ea typeface="Roboto"/>
                <a:cs typeface="Roboto"/>
              </a:defRPr>
            </a:lvl8pPr>
            <a:lvl9pPr algn="l">
              <a:buNone/>
              <a:defRPr sz="2175" b="1">
                <a:solidFill>
                  <a:srgbClr val="3F299A"/>
                </a:solidFill>
                <a:latin typeface="Roboto"/>
                <a:ea typeface="Roboto"/>
                <a:cs typeface="Roboto"/>
              </a:defRPr>
            </a:lvl9pPr>
          </a:lstStyle>
          <a:p>
            <a:pPr algn="l">
              <a:buNone/>
              <a:defRPr sz="2175" b="1">
                <a:solidFill>
                  <a:srgbClr val="3F299A"/>
                </a:solidFill>
                <a:latin typeface="Roboto"/>
                <a:ea typeface="Roboto"/>
                <a:cs typeface="Roboto"/>
              </a:defRPr>
            </a:pPr>
            <a:r>
              <a:rPr sz="2175" b="1">
                <a:solidFill>
                  <a:srgbClr val="3F299A"/>
                </a:solidFill>
                <a:latin typeface="Roboto"/>
                <a:ea typeface="Roboto"/>
                <a:cs typeface="Roboto"/>
              </a:rPr>
              <a:t>Macro F1: 0,9221</a:t>
            </a:r>
          </a:p>
        </p:txBody>
      </p:sp>
      <p:sp>
        <p:nvSpPr>
          <p:cNvPr id="391" name="Эти оценки относятся к новостям. Качество на CRM ещё пр">
            <a:extLst>
              <a:ext uri="{FF2B5EF4-FFF2-40B4-BE49-F238E27FC236}">
                <a16:creationId xmlns:a16="http://schemas.microsoft.com/office/drawing/2014/main" id="{46FAC1FF-BF36-473C-BCF9-6650455B3F3C}"/>
              </a:ext>
            </a:extLst>
          </p:cNvPr>
          <p:cNvSpPr>
            <a:spLocks noGrp="1"/>
          </p:cNvSpPr>
          <p:nvPr/>
        </p:nvSpPr>
        <p:spPr>
          <a:xfrm>
            <a:off x="666750" y="4391025"/>
            <a:ext cx="7715250" cy="552450"/>
          </a:xfrm>
          <a:prstGeom prst="rect">
            <a:avLst/>
          </a:prstGeom>
          <a:noFill/>
          <a:ln w="0">
            <a:noFill/>
          </a:ln>
        </p:spPr>
        <p:txBody>
          <a:bodyPr wrap="square" lIns="0" tIns="0" rIns="0" bIns="0" anchor="t">
            <a:noAutofit/>
          </a:bodyPr>
          <a:lstStyle>
            <a:defPPr algn="l">
              <a:defRPr sz="1575">
                <a:solidFill>
                  <a:srgbClr val="171717"/>
                </a:solidFill>
                <a:latin typeface="Roboto"/>
                <a:ea typeface="Roboto"/>
                <a:cs typeface="Roboto"/>
              </a:defRPr>
            </a:defPPr>
            <a:lvl1pPr algn="l">
              <a:buNone/>
              <a:defRPr sz="1575">
                <a:solidFill>
                  <a:srgbClr val="171717"/>
                </a:solidFill>
                <a:latin typeface="Roboto"/>
                <a:ea typeface="Roboto"/>
                <a:cs typeface="Roboto"/>
              </a:defRPr>
            </a:lvl1pPr>
            <a:lvl2pPr algn="l">
              <a:buNone/>
              <a:defRPr sz="1575">
                <a:solidFill>
                  <a:srgbClr val="171717"/>
                </a:solidFill>
                <a:latin typeface="Roboto"/>
                <a:ea typeface="Roboto"/>
                <a:cs typeface="Roboto"/>
              </a:defRPr>
            </a:lvl2pPr>
            <a:lvl3pPr algn="l">
              <a:buNone/>
              <a:defRPr sz="1575">
                <a:solidFill>
                  <a:srgbClr val="171717"/>
                </a:solidFill>
                <a:latin typeface="Roboto"/>
                <a:ea typeface="Roboto"/>
                <a:cs typeface="Roboto"/>
              </a:defRPr>
            </a:lvl3pPr>
            <a:lvl4pPr algn="l">
              <a:buNone/>
              <a:defRPr sz="1575">
                <a:solidFill>
                  <a:srgbClr val="171717"/>
                </a:solidFill>
                <a:latin typeface="Roboto"/>
                <a:ea typeface="Roboto"/>
                <a:cs typeface="Roboto"/>
              </a:defRPr>
            </a:lvl4pPr>
            <a:lvl5pPr algn="l">
              <a:buNone/>
              <a:defRPr sz="1575">
                <a:solidFill>
                  <a:srgbClr val="171717"/>
                </a:solidFill>
                <a:latin typeface="Roboto"/>
                <a:ea typeface="Roboto"/>
                <a:cs typeface="Roboto"/>
              </a:defRPr>
            </a:lvl5pPr>
            <a:lvl6pPr algn="l">
              <a:buNone/>
              <a:defRPr sz="1575">
                <a:solidFill>
                  <a:srgbClr val="171717"/>
                </a:solidFill>
                <a:latin typeface="Roboto"/>
                <a:ea typeface="Roboto"/>
                <a:cs typeface="Roboto"/>
              </a:defRPr>
            </a:lvl6pPr>
            <a:lvl7pPr algn="l">
              <a:buNone/>
              <a:defRPr sz="1575">
                <a:solidFill>
                  <a:srgbClr val="171717"/>
                </a:solidFill>
                <a:latin typeface="Roboto"/>
                <a:ea typeface="Roboto"/>
                <a:cs typeface="Roboto"/>
              </a:defRPr>
            </a:lvl7pPr>
            <a:lvl8pPr algn="l">
              <a:buNone/>
              <a:defRPr sz="1575">
                <a:solidFill>
                  <a:srgbClr val="171717"/>
                </a:solidFill>
                <a:latin typeface="Roboto"/>
                <a:ea typeface="Roboto"/>
                <a:cs typeface="Roboto"/>
              </a:defRPr>
            </a:lvl8pPr>
            <a:lvl9pPr algn="l">
              <a:buNone/>
              <a:defRPr sz="1575">
                <a:solidFill>
                  <a:srgbClr val="171717"/>
                </a:solidFill>
                <a:latin typeface="Roboto"/>
                <a:ea typeface="Roboto"/>
                <a:cs typeface="Roboto"/>
              </a:defRPr>
            </a:lvl9pPr>
          </a:lstStyle>
          <a:p>
            <a:pPr algn="l">
              <a:buNone/>
              <a:defRPr sz="1575">
                <a:solidFill>
                  <a:srgbClr val="171717"/>
                </a:solidFill>
                <a:latin typeface="Roboto"/>
                <a:ea typeface="Roboto"/>
                <a:cs typeface="Roboto"/>
              </a:defRPr>
            </a:pPr>
            <a:r>
              <a:rPr sz="1575">
                <a:solidFill>
                  <a:srgbClr val="171717"/>
                </a:solidFill>
                <a:latin typeface="Roboto"/>
                <a:ea typeface="Roboto"/>
                <a:cs typeface="Roboto"/>
              </a:rPr>
              <a:t>Перенос на Excel требует отдельной оценки качества.</a:t>
            </a:r>
          </a:p>
        </p:txBody>
      </p:sp>
    </p:spTree>
    <p:extLst>
      <p:ext uri="{BB962C8B-B14F-4D97-AF65-F5344CB8AC3E}">
        <p14:creationId xmlns:p14="http://schemas.microsoft.com/office/powerpoint/2010/main" val="645689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Данные Excel-выгрузки">
            <a:extLst>
              <a:ext uri="{FF2B5EF4-FFF2-40B4-BE49-F238E27FC236}">
                <a16:creationId xmlns:a16="http://schemas.microsoft.com/office/drawing/2014/main" id="{BA7E29E4-DE82-4D53-98F0-163FCFDD78D9}"/>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dirty="0" err="1">
                <a:solidFill>
                  <a:srgbClr val="000000"/>
                </a:solidFill>
                <a:latin typeface="Roboto"/>
                <a:ea typeface="Roboto"/>
                <a:cs typeface="Roboto"/>
              </a:rPr>
              <a:t>Данные</a:t>
            </a:r>
            <a:r>
              <a:rPr sz="3000" b="1" dirty="0">
                <a:solidFill>
                  <a:srgbClr val="000000"/>
                </a:solidFill>
                <a:latin typeface="Roboto"/>
                <a:ea typeface="Roboto"/>
                <a:cs typeface="Roboto"/>
              </a:rPr>
              <a:t> Excel-</a:t>
            </a:r>
            <a:r>
              <a:rPr sz="3000" b="1" dirty="0" err="1">
                <a:solidFill>
                  <a:srgbClr val="000000"/>
                </a:solidFill>
                <a:latin typeface="Roboto"/>
                <a:ea typeface="Roboto"/>
                <a:cs typeface="Roboto"/>
              </a:rPr>
              <a:t>выгрузки</a:t>
            </a:r>
            <a:r>
              <a:rPr lang="ru-RU" sz="3000" b="1" dirty="0">
                <a:solidFill>
                  <a:srgbClr val="000000"/>
                </a:solidFill>
                <a:latin typeface="Roboto"/>
                <a:ea typeface="Roboto"/>
                <a:cs typeface="Roboto"/>
              </a:rPr>
              <a:t> из </a:t>
            </a:r>
            <a:r>
              <a:rPr lang="ru-RU" sz="3000" b="1" dirty="0" err="1">
                <a:solidFill>
                  <a:srgbClr val="000000"/>
                </a:solidFill>
                <a:latin typeface="Roboto"/>
                <a:ea typeface="Roboto"/>
                <a:cs typeface="Roboto"/>
              </a:rPr>
              <a:t>C</a:t>
            </a:r>
            <a:r>
              <a:rPr lang="en-US" sz="3000" b="1" dirty="0">
                <a:solidFill>
                  <a:srgbClr val="000000"/>
                </a:solidFill>
                <a:latin typeface="Roboto"/>
                <a:ea typeface="Roboto"/>
                <a:cs typeface="Roboto"/>
              </a:rPr>
              <a:t>RM</a:t>
            </a:r>
            <a:endParaRPr sz="3000" b="1" dirty="0">
              <a:solidFill>
                <a:srgbClr val="000000"/>
              </a:solidFill>
              <a:latin typeface="Roboto"/>
              <a:ea typeface="Roboto"/>
              <a:cs typeface="Roboto"/>
            </a:endParaRPr>
          </a:p>
        </p:txBody>
      </p:sp>
      <p:graphicFrame>
        <p:nvGraphicFramePr>
          <p:cNvPr id="2" name="Таблица 1">
            <a:extLst>
              <a:ext uri="{FF2B5EF4-FFF2-40B4-BE49-F238E27FC236}">
                <a16:creationId xmlns:a16="http://schemas.microsoft.com/office/drawing/2014/main" id="{202CDCEB-00CB-4632-BB05-D49230B3A113}"/>
              </a:ext>
            </a:extLst>
          </p:cNvPr>
          <p:cNvGraphicFramePr/>
          <p:nvPr/>
        </p:nvGraphicFramePr>
        <p:xfrm>
          <a:off x="657225" y="1438275"/>
          <a:ext cx="7829550" cy="2514600"/>
        </p:xfrm>
        <a:graphic>
          <a:graphicData uri="http://schemas.openxmlformats.org/drawingml/2006/table">
            <a:tbl>
              <a:tblPr/>
              <a:tblGrid>
                <a:gridCol w="190500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206692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tblGrid>
              <a:tr h="502920">
                <a:tc>
                  <a:txBody>
                    <a:bodyPr/>
                    <a:lstStyle/>
                    <a:p>
                      <a:pPr algn="l"/>
                      <a:r>
                        <a:rPr sz="1575" b="1">
                          <a:solidFill>
                            <a:srgbClr val="3F299A"/>
                          </a:solidFill>
                          <a:latin typeface="Roboto"/>
                          <a:ea typeface="Roboto"/>
                          <a:cs typeface="Roboto"/>
                        </a:rPr>
                        <a:t>Выборка</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75" b="1">
                          <a:solidFill>
                            <a:srgbClr val="3F299A"/>
                          </a:solidFill>
                          <a:latin typeface="Roboto"/>
                          <a:ea typeface="Roboto"/>
                          <a:cs typeface="Roboto"/>
                        </a:rPr>
                        <a:t>Текстов</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75" b="1">
                          <a:solidFill>
                            <a:srgbClr val="3F299A"/>
                          </a:solidFill>
                          <a:latin typeface="Roboto"/>
                          <a:ea typeface="Roboto"/>
                          <a:cs typeface="Roboto"/>
                        </a:rPr>
                        <a:t>Без сущностей</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75" b="1">
                          <a:solidFill>
                            <a:srgbClr val="3F299A"/>
                          </a:solidFill>
                          <a:latin typeface="Roboto"/>
                          <a:ea typeface="Roboto"/>
                          <a:cs typeface="Roboto"/>
                        </a:rPr>
                        <a:t>PER</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75" b="1">
                          <a:solidFill>
                            <a:srgbClr val="3F299A"/>
                          </a:solidFill>
                          <a:latin typeface="Roboto"/>
                          <a:ea typeface="Roboto"/>
                          <a:cs typeface="Roboto"/>
                        </a:rPr>
                        <a:t>ORG</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502920">
                <a:tc>
                  <a:txBody>
                    <a:bodyPr/>
                    <a:lstStyle/>
                    <a:p>
                      <a:pPr algn="l"/>
                      <a:r>
                        <a:rPr sz="1575" b="0">
                          <a:solidFill>
                            <a:srgbClr val="222222"/>
                          </a:solidFill>
                          <a:latin typeface="Roboto"/>
                          <a:ea typeface="Roboto"/>
                          <a:cs typeface="Roboto"/>
                        </a:rPr>
                        <a:t>Train</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2 008</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1 522</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589</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348</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1"/>
                  </a:ext>
                </a:extLst>
              </a:tr>
              <a:tr h="502920">
                <a:tc>
                  <a:txBody>
                    <a:bodyPr/>
                    <a:lstStyle/>
                    <a:p>
                      <a:pPr algn="l"/>
                      <a:r>
                        <a:rPr sz="1575" b="0">
                          <a:solidFill>
                            <a:srgbClr val="222222"/>
                          </a:solidFill>
                          <a:latin typeface="Roboto"/>
                          <a:ea typeface="Roboto"/>
                          <a:cs typeface="Roboto"/>
                        </a:rPr>
                        <a:t>Validation</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250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180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96</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52</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2"/>
                  </a:ext>
                </a:extLst>
              </a:tr>
              <a:tr h="502920">
                <a:tc>
                  <a:txBody>
                    <a:bodyPr/>
                    <a:lstStyle/>
                    <a:p>
                      <a:pPr algn="l"/>
                      <a:r>
                        <a:rPr sz="1575" b="0">
                          <a:solidFill>
                            <a:srgbClr val="222222"/>
                          </a:solidFill>
                          <a:latin typeface="Roboto"/>
                          <a:ea typeface="Roboto"/>
                          <a:cs typeface="Roboto"/>
                        </a:rPr>
                        <a:t>Test</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247</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182</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95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45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3"/>
                  </a:ext>
                </a:extLst>
              </a:tr>
              <a:tr h="502920">
                <a:tc>
                  <a:txBody>
                    <a:bodyPr/>
                    <a:lstStyle/>
                    <a:p>
                      <a:pPr algn="l"/>
                      <a:r>
                        <a:rPr sz="1575" b="0">
                          <a:solidFill>
                            <a:srgbClr val="222222"/>
                          </a:solidFill>
                          <a:latin typeface="Roboto"/>
                          <a:ea typeface="Roboto"/>
                          <a:cs typeface="Roboto"/>
                        </a:rPr>
                        <a:t>Всего</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2 505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1 884</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780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75" b="0">
                          <a:solidFill>
                            <a:srgbClr val="222222"/>
                          </a:solidFill>
                          <a:latin typeface="Roboto"/>
                          <a:ea typeface="Roboto"/>
                          <a:cs typeface="Roboto"/>
                        </a:rPr>
                        <a:t>445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После удаления 468 дублей осталось 2 505 комментариев">
            <a:extLst>
              <a:ext uri="{FF2B5EF4-FFF2-40B4-BE49-F238E27FC236}">
                <a16:creationId xmlns:a16="http://schemas.microsoft.com/office/drawing/2014/main" id="{106F3AA3-FEE6-49BA-B141-937A156FE4BE}"/>
              </a:ext>
            </a:extLst>
          </p:cNvPr>
          <p:cNvSpPr>
            <a:spLocks noGrp="1"/>
          </p:cNvSpPr>
          <p:nvPr/>
        </p:nvSpPr>
        <p:spPr>
          <a:xfrm>
            <a:off x="666750" y="4162425"/>
            <a:ext cx="7810500" cy="333375"/>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defRPr sz="1650" b="1">
                <a:solidFill>
                  <a:srgbClr val="3F299A"/>
                </a:solidFill>
                <a:latin typeface="Roboto"/>
                <a:ea typeface="Roboto"/>
                <a:cs typeface="Roboto"/>
              </a:defRPr>
            </a:lvl1pPr>
            <a:lvl2pPr algn="l">
              <a:defRPr sz="1650" b="1">
                <a:solidFill>
                  <a:srgbClr val="3F299A"/>
                </a:solidFill>
                <a:latin typeface="Roboto"/>
                <a:ea typeface="Roboto"/>
                <a:cs typeface="Roboto"/>
              </a:defRPr>
            </a:lvl2pPr>
            <a:lvl3pPr algn="l">
              <a:defRPr sz="1650" b="1">
                <a:solidFill>
                  <a:srgbClr val="3F299A"/>
                </a:solidFill>
                <a:latin typeface="Roboto"/>
                <a:ea typeface="Roboto"/>
                <a:cs typeface="Roboto"/>
              </a:defRPr>
            </a:lvl3pPr>
            <a:lvl4pPr algn="l">
              <a:defRPr sz="1650" b="1">
                <a:solidFill>
                  <a:srgbClr val="3F299A"/>
                </a:solidFill>
                <a:latin typeface="Roboto"/>
                <a:ea typeface="Roboto"/>
                <a:cs typeface="Roboto"/>
              </a:defRPr>
            </a:lvl4pPr>
            <a:lvl5pPr algn="l">
              <a:defRPr sz="1650" b="1">
                <a:solidFill>
                  <a:srgbClr val="3F299A"/>
                </a:solidFill>
                <a:latin typeface="Roboto"/>
                <a:ea typeface="Roboto"/>
                <a:cs typeface="Roboto"/>
              </a:defRPr>
            </a:lvl5pPr>
            <a:lvl6pPr algn="l">
              <a:defRPr sz="1650" b="1">
                <a:solidFill>
                  <a:srgbClr val="3F299A"/>
                </a:solidFill>
                <a:latin typeface="Roboto"/>
                <a:ea typeface="Roboto"/>
                <a:cs typeface="Roboto"/>
              </a:defRPr>
            </a:lvl6pPr>
            <a:lvl7pPr algn="l">
              <a:defRPr sz="1650" b="1">
                <a:solidFill>
                  <a:srgbClr val="3F299A"/>
                </a:solidFill>
                <a:latin typeface="Roboto"/>
                <a:ea typeface="Roboto"/>
                <a:cs typeface="Roboto"/>
              </a:defRPr>
            </a:lvl7pPr>
            <a:lvl8pPr algn="l">
              <a:defRPr sz="1650" b="1">
                <a:solidFill>
                  <a:srgbClr val="3F299A"/>
                </a:solidFill>
                <a:latin typeface="Roboto"/>
                <a:ea typeface="Roboto"/>
                <a:cs typeface="Roboto"/>
              </a:defRPr>
            </a:lvl8pPr>
            <a:lvl9pPr algn="l">
              <a:defRPr sz="1650" b="1">
                <a:solidFill>
                  <a:srgbClr val="3F299A"/>
                </a:solidFill>
                <a:latin typeface="Roboto"/>
                <a:ea typeface="Roboto"/>
                <a:cs typeface="Roboto"/>
              </a:defRPr>
            </a:lvl9pPr>
          </a:lstStyle>
          <a:p>
            <a:pPr algn="l">
              <a:defRPr sz="1650" b="1">
                <a:solidFill>
                  <a:srgbClr val="3F299A"/>
                </a:solidFill>
                <a:latin typeface="Roboto"/>
                <a:ea typeface="Roboto"/>
                <a:cs typeface="Roboto"/>
              </a:defRPr>
            </a:pPr>
            <a:r>
              <a:rPr sz="1650" b="1">
                <a:solidFill>
                  <a:srgbClr val="3F299A"/>
                </a:solidFill>
                <a:latin typeface="Roboto"/>
                <a:ea typeface="Roboto"/>
                <a:cs typeface="Roboto"/>
              </a:rPr>
              <a:t>После удаления 468 дублей осталось 2 505 комментариев</a:t>
            </a:r>
          </a:p>
        </p:txBody>
      </p:sp>
      <p:sp>
        <p:nvSpPr>
          <p:cNvPr id="4" name="В train 75,8% комментариев без размеченных сущностей">
            <a:extLst>
              <a:ext uri="{FF2B5EF4-FFF2-40B4-BE49-F238E27FC236}">
                <a16:creationId xmlns:a16="http://schemas.microsoft.com/office/drawing/2014/main" id="{CDC75FDA-0BE2-4990-B636-1E0A76D4978E}"/>
              </a:ext>
            </a:extLst>
          </p:cNvPr>
          <p:cNvSpPr>
            <a:spLocks noGrp="1"/>
          </p:cNvSpPr>
          <p:nvPr/>
        </p:nvSpPr>
        <p:spPr>
          <a:xfrm>
            <a:off x="666750" y="4572000"/>
            <a:ext cx="7810500" cy="333375"/>
          </a:xfrm>
          <a:prstGeom prst="rect">
            <a:avLst/>
          </a:prstGeom>
          <a:noFill/>
          <a:ln w="0">
            <a:noFill/>
          </a:ln>
        </p:spPr>
        <p:txBody>
          <a:bodyPr wrap="square" lIns="0" tIns="0" rIns="0" bIns="0" anchor="t">
            <a:noAutofit/>
          </a:bodyPr>
          <a:lstStyle>
            <a:defPPr algn="l">
              <a:defRPr sz="1500">
                <a:solidFill>
                  <a:srgbClr val="171717"/>
                </a:solidFill>
                <a:latin typeface="Roboto"/>
                <a:ea typeface="Roboto"/>
                <a:cs typeface="Roboto"/>
              </a:defRPr>
            </a:defPPr>
            <a:lvl1pPr algn="l">
              <a:defRPr sz="1500">
                <a:solidFill>
                  <a:srgbClr val="171717"/>
                </a:solidFill>
                <a:latin typeface="Roboto"/>
                <a:ea typeface="Roboto"/>
                <a:cs typeface="Roboto"/>
              </a:defRPr>
            </a:lvl1pPr>
            <a:lvl2pPr algn="l">
              <a:defRPr sz="1500">
                <a:solidFill>
                  <a:srgbClr val="171717"/>
                </a:solidFill>
                <a:latin typeface="Roboto"/>
                <a:ea typeface="Roboto"/>
                <a:cs typeface="Roboto"/>
              </a:defRPr>
            </a:lvl2pPr>
            <a:lvl3pPr algn="l">
              <a:defRPr sz="1500">
                <a:solidFill>
                  <a:srgbClr val="171717"/>
                </a:solidFill>
                <a:latin typeface="Roboto"/>
                <a:ea typeface="Roboto"/>
                <a:cs typeface="Roboto"/>
              </a:defRPr>
            </a:lvl3pPr>
            <a:lvl4pPr algn="l">
              <a:defRPr sz="1500">
                <a:solidFill>
                  <a:srgbClr val="171717"/>
                </a:solidFill>
                <a:latin typeface="Roboto"/>
                <a:ea typeface="Roboto"/>
                <a:cs typeface="Roboto"/>
              </a:defRPr>
            </a:lvl4pPr>
            <a:lvl5pPr algn="l">
              <a:defRPr sz="1500">
                <a:solidFill>
                  <a:srgbClr val="171717"/>
                </a:solidFill>
                <a:latin typeface="Roboto"/>
                <a:ea typeface="Roboto"/>
                <a:cs typeface="Roboto"/>
              </a:defRPr>
            </a:lvl5pPr>
            <a:lvl6pPr algn="l">
              <a:defRPr sz="1500">
                <a:solidFill>
                  <a:srgbClr val="171717"/>
                </a:solidFill>
                <a:latin typeface="Roboto"/>
                <a:ea typeface="Roboto"/>
                <a:cs typeface="Roboto"/>
              </a:defRPr>
            </a:lvl6pPr>
            <a:lvl7pPr algn="l">
              <a:defRPr sz="1500">
                <a:solidFill>
                  <a:srgbClr val="171717"/>
                </a:solidFill>
                <a:latin typeface="Roboto"/>
                <a:ea typeface="Roboto"/>
                <a:cs typeface="Roboto"/>
              </a:defRPr>
            </a:lvl7pPr>
            <a:lvl8pPr algn="l">
              <a:defRPr sz="1500">
                <a:solidFill>
                  <a:srgbClr val="171717"/>
                </a:solidFill>
                <a:latin typeface="Roboto"/>
                <a:ea typeface="Roboto"/>
                <a:cs typeface="Roboto"/>
              </a:defRPr>
            </a:lvl8pPr>
            <a:lvl9pPr algn="l">
              <a:defRPr sz="1500">
                <a:solidFill>
                  <a:srgbClr val="171717"/>
                </a:solidFill>
                <a:latin typeface="Roboto"/>
                <a:ea typeface="Roboto"/>
                <a:cs typeface="Roboto"/>
              </a:defRPr>
            </a:lvl9pPr>
          </a:lstStyle>
          <a:p>
            <a:pPr algn="l">
              <a:defRPr sz="1500">
                <a:solidFill>
                  <a:srgbClr val="171717"/>
                </a:solidFill>
                <a:latin typeface="Roboto"/>
                <a:ea typeface="Roboto"/>
                <a:cs typeface="Roboto"/>
              </a:defRPr>
            </a:pPr>
            <a:r>
              <a:rPr sz="1500">
                <a:solidFill>
                  <a:srgbClr val="171717"/>
                </a:solidFill>
                <a:latin typeface="Roboto"/>
                <a:ea typeface="Roboto"/>
                <a:cs typeface="Roboto"/>
              </a:rPr>
              <a:t>В train 75,8% комментариев без размеченных сущностей</a:t>
            </a:r>
          </a:p>
        </p:txBody>
      </p:sp>
    </p:spTree>
    <p:extLst>
      <p:ext uri="{BB962C8B-B14F-4D97-AF65-F5344CB8AC3E}">
        <p14:creationId xmlns:p14="http://schemas.microsoft.com/office/powerpoint/2010/main" val="1795548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
        <p:cNvGrpSpPr/>
        <p:nvPr/>
      </p:nvGrpSpPr>
      <p:grpSpPr>
        <a:xfrm>
          <a:off x="0" y="0"/>
          <a:ext cx="0" cy="0"/>
          <a:chOff x="0" y="0"/>
          <a:chExt cx="0" cy="0"/>
        </a:xfrm>
      </p:grpSpPr>
      <p:sp>
        <p:nvSpPr>
          <p:cNvPr id="5" name="Ход дообучения на Excel">
            <a:extLst>
              <a:ext uri="{FF2B5EF4-FFF2-40B4-BE49-F238E27FC236}">
                <a16:creationId xmlns:a16="http://schemas.microsoft.com/office/drawing/2014/main" id="{30AE4010-98F2-4AB9-B1C2-8E9147BE08A2}"/>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Ход дообучения на Excel</a:t>
            </a:r>
          </a:p>
        </p:txBody>
      </p:sp>
      <p:sp>
        <p:nvSpPr>
          <p:cNvPr id="2" name="Learning rate 2 × 10⁻⁵, 5 эпох, эффективный batch 16, seed 4">
            <a:extLst>
              <a:ext uri="{FF2B5EF4-FFF2-40B4-BE49-F238E27FC236}">
                <a16:creationId xmlns:a16="http://schemas.microsoft.com/office/drawing/2014/main" id="{5A2D4454-CD58-4850-A1DA-ECE6E44DE626}"/>
              </a:ext>
            </a:extLst>
          </p:cNvPr>
          <p:cNvSpPr>
            <a:spLocks noGrp="1"/>
          </p:cNvSpPr>
          <p:nvPr/>
        </p:nvSpPr>
        <p:spPr>
          <a:xfrm>
            <a:off x="638175" y="1143000"/>
            <a:ext cx="7905750" cy="333375"/>
          </a:xfrm>
          <a:prstGeom prst="rect">
            <a:avLst/>
          </a:prstGeom>
          <a:noFill/>
          <a:ln w="0">
            <a:noFill/>
          </a:ln>
        </p:spPr>
        <p:txBody>
          <a:bodyPr wrap="square" lIns="0" tIns="0" rIns="0" bIns="0" anchor="t">
            <a:noAutofit/>
          </a:bodyPr>
          <a:lstStyle>
            <a:defPPr algn="l">
              <a:defRPr sz="1575">
                <a:solidFill>
                  <a:srgbClr val="171717"/>
                </a:solidFill>
                <a:latin typeface="Roboto"/>
                <a:ea typeface="Roboto"/>
                <a:cs typeface="Roboto"/>
              </a:defRPr>
            </a:defPPr>
            <a:lvl1pPr algn="l">
              <a:defRPr sz="1575">
                <a:solidFill>
                  <a:srgbClr val="171717"/>
                </a:solidFill>
                <a:latin typeface="Roboto"/>
                <a:ea typeface="Roboto"/>
                <a:cs typeface="Roboto"/>
              </a:defRPr>
            </a:lvl1pPr>
            <a:lvl2pPr algn="l">
              <a:defRPr sz="1575">
                <a:solidFill>
                  <a:srgbClr val="171717"/>
                </a:solidFill>
                <a:latin typeface="Roboto"/>
                <a:ea typeface="Roboto"/>
                <a:cs typeface="Roboto"/>
              </a:defRPr>
            </a:lvl2pPr>
            <a:lvl3pPr algn="l">
              <a:defRPr sz="1575">
                <a:solidFill>
                  <a:srgbClr val="171717"/>
                </a:solidFill>
                <a:latin typeface="Roboto"/>
                <a:ea typeface="Roboto"/>
                <a:cs typeface="Roboto"/>
              </a:defRPr>
            </a:lvl3pPr>
            <a:lvl4pPr algn="l">
              <a:defRPr sz="1575">
                <a:solidFill>
                  <a:srgbClr val="171717"/>
                </a:solidFill>
                <a:latin typeface="Roboto"/>
                <a:ea typeface="Roboto"/>
                <a:cs typeface="Roboto"/>
              </a:defRPr>
            </a:lvl4pPr>
            <a:lvl5pPr algn="l">
              <a:defRPr sz="1575">
                <a:solidFill>
                  <a:srgbClr val="171717"/>
                </a:solidFill>
                <a:latin typeface="Roboto"/>
                <a:ea typeface="Roboto"/>
                <a:cs typeface="Roboto"/>
              </a:defRPr>
            </a:lvl5pPr>
            <a:lvl6pPr algn="l">
              <a:defRPr sz="1575">
                <a:solidFill>
                  <a:srgbClr val="171717"/>
                </a:solidFill>
                <a:latin typeface="Roboto"/>
                <a:ea typeface="Roboto"/>
                <a:cs typeface="Roboto"/>
              </a:defRPr>
            </a:lvl6pPr>
            <a:lvl7pPr algn="l">
              <a:defRPr sz="1575">
                <a:solidFill>
                  <a:srgbClr val="171717"/>
                </a:solidFill>
                <a:latin typeface="Roboto"/>
                <a:ea typeface="Roboto"/>
                <a:cs typeface="Roboto"/>
              </a:defRPr>
            </a:lvl7pPr>
            <a:lvl8pPr algn="l">
              <a:defRPr sz="1575">
                <a:solidFill>
                  <a:srgbClr val="171717"/>
                </a:solidFill>
                <a:latin typeface="Roboto"/>
                <a:ea typeface="Roboto"/>
                <a:cs typeface="Roboto"/>
              </a:defRPr>
            </a:lvl8pPr>
            <a:lvl9pPr algn="l">
              <a:defRPr sz="1575">
                <a:solidFill>
                  <a:srgbClr val="171717"/>
                </a:solidFill>
                <a:latin typeface="Roboto"/>
                <a:ea typeface="Roboto"/>
                <a:cs typeface="Roboto"/>
              </a:defRPr>
            </a:lvl9pPr>
          </a:lstStyle>
          <a:p>
            <a:pPr algn="l">
              <a:defRPr sz="1575">
                <a:solidFill>
                  <a:srgbClr val="171717"/>
                </a:solidFill>
                <a:latin typeface="Roboto"/>
                <a:ea typeface="Roboto"/>
                <a:cs typeface="Roboto"/>
              </a:defRPr>
            </a:pPr>
            <a:r>
              <a:rPr sz="1575">
                <a:solidFill>
                  <a:srgbClr val="171717"/>
                </a:solidFill>
                <a:latin typeface="Roboto"/>
                <a:ea typeface="Roboto"/>
                <a:cs typeface="Roboto"/>
              </a:rPr>
              <a:t>Learning rate 2 × 10⁻⁵, 5 эпох, эффективный batch 16, seed 42</a:t>
            </a:r>
          </a:p>
        </p:txBody>
      </p:sp>
      <p:pic>
        <p:nvPicPr>
          <p:cNvPr id="3" name="Рисунок 2">
            <a:extLst>
              <a:ext uri="{FF2B5EF4-FFF2-40B4-BE49-F238E27FC236}">
                <a16:creationId xmlns:a16="http://schemas.microsoft.com/office/drawing/2014/main" id="{F4FCAB53-6C92-4A1A-ABF2-F1A0F3F73C26}"/>
              </a:ext>
            </a:extLst>
          </p:cNvPr>
          <p:cNvPicPr>
            <a:picLocks noChangeAspect="1"/>
          </p:cNvPicPr>
          <p:nvPr/>
        </p:nvPicPr>
        <p:blipFill>
          <a:blip r:embed="rId4"/>
          <a:stretch/>
        </p:blipFill>
        <p:spPr>
          <a:xfrm>
            <a:off x="883849" y="1581150"/>
            <a:ext cx="7376302" cy="2809875"/>
          </a:xfrm>
          <a:prstGeom prst="rect">
            <a:avLst/>
          </a:prstGeom>
        </p:spPr>
      </p:pic>
      <p:sp>
        <p:nvSpPr>
          <p:cNvPr id="4" name="Лучшая эпоха: 4. Validation macro F1: 0,690. Обучение: 108 с">
            <a:extLst>
              <a:ext uri="{FF2B5EF4-FFF2-40B4-BE49-F238E27FC236}">
                <a16:creationId xmlns:a16="http://schemas.microsoft.com/office/drawing/2014/main" id="{C06BFE39-57EB-4930-A037-FDEFDEDF3FB3}"/>
              </a:ext>
            </a:extLst>
          </p:cNvPr>
          <p:cNvSpPr>
            <a:spLocks noGrp="1"/>
          </p:cNvSpPr>
          <p:nvPr/>
        </p:nvSpPr>
        <p:spPr>
          <a:xfrm>
            <a:off x="666750" y="4600575"/>
            <a:ext cx="7858125" cy="314325"/>
          </a:xfrm>
          <a:prstGeom prst="rect">
            <a:avLst/>
          </a:prstGeom>
          <a:noFill/>
          <a:ln w="0">
            <a:noFill/>
          </a:ln>
        </p:spPr>
        <p:txBody>
          <a:bodyPr wrap="square" lIns="0" tIns="0" rIns="0" bIns="0" anchor="t">
            <a:noAutofit/>
          </a:bodyPr>
          <a:lstStyle>
            <a:defPPr algn="l">
              <a:defRPr sz="1575" b="1">
                <a:solidFill>
                  <a:srgbClr val="3F299A"/>
                </a:solidFill>
                <a:latin typeface="Roboto"/>
                <a:ea typeface="Roboto"/>
                <a:cs typeface="Roboto"/>
              </a:defRPr>
            </a:defPPr>
            <a:lvl1pPr algn="l">
              <a:defRPr sz="1575" b="1">
                <a:solidFill>
                  <a:srgbClr val="3F299A"/>
                </a:solidFill>
                <a:latin typeface="Roboto"/>
                <a:ea typeface="Roboto"/>
                <a:cs typeface="Roboto"/>
              </a:defRPr>
            </a:lvl1pPr>
            <a:lvl2pPr algn="l">
              <a:defRPr sz="1575" b="1">
                <a:solidFill>
                  <a:srgbClr val="3F299A"/>
                </a:solidFill>
                <a:latin typeface="Roboto"/>
                <a:ea typeface="Roboto"/>
                <a:cs typeface="Roboto"/>
              </a:defRPr>
            </a:lvl2pPr>
            <a:lvl3pPr algn="l">
              <a:defRPr sz="1575" b="1">
                <a:solidFill>
                  <a:srgbClr val="3F299A"/>
                </a:solidFill>
                <a:latin typeface="Roboto"/>
                <a:ea typeface="Roboto"/>
                <a:cs typeface="Roboto"/>
              </a:defRPr>
            </a:lvl3pPr>
            <a:lvl4pPr algn="l">
              <a:defRPr sz="1575" b="1">
                <a:solidFill>
                  <a:srgbClr val="3F299A"/>
                </a:solidFill>
                <a:latin typeface="Roboto"/>
                <a:ea typeface="Roboto"/>
                <a:cs typeface="Roboto"/>
              </a:defRPr>
            </a:lvl4pPr>
            <a:lvl5pPr algn="l">
              <a:defRPr sz="1575" b="1">
                <a:solidFill>
                  <a:srgbClr val="3F299A"/>
                </a:solidFill>
                <a:latin typeface="Roboto"/>
                <a:ea typeface="Roboto"/>
                <a:cs typeface="Roboto"/>
              </a:defRPr>
            </a:lvl5pPr>
            <a:lvl6pPr algn="l">
              <a:defRPr sz="1575" b="1">
                <a:solidFill>
                  <a:srgbClr val="3F299A"/>
                </a:solidFill>
                <a:latin typeface="Roboto"/>
                <a:ea typeface="Roboto"/>
                <a:cs typeface="Roboto"/>
              </a:defRPr>
            </a:lvl6pPr>
            <a:lvl7pPr algn="l">
              <a:defRPr sz="1575" b="1">
                <a:solidFill>
                  <a:srgbClr val="3F299A"/>
                </a:solidFill>
                <a:latin typeface="Roboto"/>
                <a:ea typeface="Roboto"/>
                <a:cs typeface="Roboto"/>
              </a:defRPr>
            </a:lvl7pPr>
            <a:lvl8pPr algn="l">
              <a:defRPr sz="1575" b="1">
                <a:solidFill>
                  <a:srgbClr val="3F299A"/>
                </a:solidFill>
                <a:latin typeface="Roboto"/>
                <a:ea typeface="Roboto"/>
                <a:cs typeface="Roboto"/>
              </a:defRPr>
            </a:lvl8pPr>
            <a:lvl9pPr algn="l">
              <a:defRPr sz="1575" b="1">
                <a:solidFill>
                  <a:srgbClr val="3F299A"/>
                </a:solidFill>
                <a:latin typeface="Roboto"/>
                <a:ea typeface="Roboto"/>
                <a:cs typeface="Roboto"/>
              </a:defRPr>
            </a:lvl9pPr>
          </a:lstStyle>
          <a:p>
            <a:pPr algn="l">
              <a:defRPr sz="1575" b="1">
                <a:solidFill>
                  <a:srgbClr val="3F299A"/>
                </a:solidFill>
                <a:latin typeface="Roboto"/>
                <a:ea typeface="Roboto"/>
                <a:cs typeface="Roboto"/>
              </a:defRPr>
            </a:pPr>
            <a:r>
              <a:rPr sz="1575" b="1">
                <a:solidFill>
                  <a:srgbClr val="3F299A"/>
                </a:solidFill>
                <a:latin typeface="Roboto"/>
                <a:ea typeface="Roboto"/>
                <a:cs typeface="Roboto"/>
              </a:rPr>
              <a:t>Лучшая эпоха: 4. Validation macro F1: 0,690. Обучение: 108 с</a:t>
            </a:r>
          </a:p>
        </p:txBody>
      </p:sp>
    </p:spTree>
    <p:extLst>
      <p:ext uri="{BB962C8B-B14F-4D97-AF65-F5344CB8AC3E}">
        <p14:creationId xmlns:p14="http://schemas.microsoft.com/office/powerpoint/2010/main" val="462647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
        <p:cNvGrpSpPr/>
        <p:nvPr/>
      </p:nvGrpSpPr>
      <p:grpSpPr>
        <a:xfrm>
          <a:off x="0" y="0"/>
          <a:ext cx="0" cy="0"/>
          <a:chOff x="0" y="0"/>
          <a:chExt cx="0" cy="0"/>
        </a:xfrm>
      </p:grpSpPr>
      <p:sp>
        <p:nvSpPr>
          <p:cNvPr id="5" name="Excel: метрики до и после">
            <a:extLst>
              <a:ext uri="{FF2B5EF4-FFF2-40B4-BE49-F238E27FC236}">
                <a16:creationId xmlns:a16="http://schemas.microsoft.com/office/drawing/2014/main" id="{B0F00330-2527-4046-B54E-932A664D4779}"/>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Excel: метрики до и после</a:t>
            </a:r>
          </a:p>
        </p:txBody>
      </p:sp>
      <p:sp>
        <p:nvSpPr>
          <p:cNvPr id="2" name="Один test: 247 комментариев, 95 сущностей PER и 45 ORG">
            <a:extLst>
              <a:ext uri="{FF2B5EF4-FFF2-40B4-BE49-F238E27FC236}">
                <a16:creationId xmlns:a16="http://schemas.microsoft.com/office/drawing/2014/main" id="{04A81422-D787-4290-B865-E92B2EA5646C}"/>
              </a:ext>
            </a:extLst>
          </p:cNvPr>
          <p:cNvSpPr>
            <a:spLocks noGrp="1"/>
          </p:cNvSpPr>
          <p:nvPr/>
        </p:nvSpPr>
        <p:spPr>
          <a:xfrm>
            <a:off x="638175" y="1104900"/>
            <a:ext cx="7905750" cy="333375"/>
          </a:xfrm>
          <a:prstGeom prst="rect">
            <a:avLst/>
          </a:prstGeom>
          <a:noFill/>
          <a:ln w="0">
            <a:noFill/>
          </a:ln>
        </p:spPr>
        <p:txBody>
          <a:bodyPr wrap="square" lIns="0" tIns="0" rIns="0" bIns="0" anchor="t">
            <a:noAutofit/>
          </a:bodyPr>
          <a:lstStyle>
            <a:defPPr algn="l">
              <a:defRPr sz="1575">
                <a:solidFill>
                  <a:srgbClr val="171717"/>
                </a:solidFill>
                <a:latin typeface="Roboto"/>
                <a:ea typeface="Roboto"/>
                <a:cs typeface="Roboto"/>
              </a:defRPr>
            </a:defPPr>
            <a:lvl1pPr algn="l">
              <a:defRPr sz="1575">
                <a:solidFill>
                  <a:srgbClr val="171717"/>
                </a:solidFill>
                <a:latin typeface="Roboto"/>
                <a:ea typeface="Roboto"/>
                <a:cs typeface="Roboto"/>
              </a:defRPr>
            </a:lvl1pPr>
            <a:lvl2pPr algn="l">
              <a:defRPr sz="1575">
                <a:solidFill>
                  <a:srgbClr val="171717"/>
                </a:solidFill>
                <a:latin typeface="Roboto"/>
                <a:ea typeface="Roboto"/>
                <a:cs typeface="Roboto"/>
              </a:defRPr>
            </a:lvl2pPr>
            <a:lvl3pPr algn="l">
              <a:defRPr sz="1575">
                <a:solidFill>
                  <a:srgbClr val="171717"/>
                </a:solidFill>
                <a:latin typeface="Roboto"/>
                <a:ea typeface="Roboto"/>
                <a:cs typeface="Roboto"/>
              </a:defRPr>
            </a:lvl3pPr>
            <a:lvl4pPr algn="l">
              <a:defRPr sz="1575">
                <a:solidFill>
                  <a:srgbClr val="171717"/>
                </a:solidFill>
                <a:latin typeface="Roboto"/>
                <a:ea typeface="Roboto"/>
                <a:cs typeface="Roboto"/>
              </a:defRPr>
            </a:lvl4pPr>
            <a:lvl5pPr algn="l">
              <a:defRPr sz="1575">
                <a:solidFill>
                  <a:srgbClr val="171717"/>
                </a:solidFill>
                <a:latin typeface="Roboto"/>
                <a:ea typeface="Roboto"/>
                <a:cs typeface="Roboto"/>
              </a:defRPr>
            </a:lvl5pPr>
            <a:lvl6pPr algn="l">
              <a:defRPr sz="1575">
                <a:solidFill>
                  <a:srgbClr val="171717"/>
                </a:solidFill>
                <a:latin typeface="Roboto"/>
                <a:ea typeface="Roboto"/>
                <a:cs typeface="Roboto"/>
              </a:defRPr>
            </a:lvl6pPr>
            <a:lvl7pPr algn="l">
              <a:defRPr sz="1575">
                <a:solidFill>
                  <a:srgbClr val="171717"/>
                </a:solidFill>
                <a:latin typeface="Roboto"/>
                <a:ea typeface="Roboto"/>
                <a:cs typeface="Roboto"/>
              </a:defRPr>
            </a:lvl7pPr>
            <a:lvl8pPr algn="l">
              <a:defRPr sz="1575">
                <a:solidFill>
                  <a:srgbClr val="171717"/>
                </a:solidFill>
                <a:latin typeface="Roboto"/>
                <a:ea typeface="Roboto"/>
                <a:cs typeface="Roboto"/>
              </a:defRPr>
            </a:lvl8pPr>
            <a:lvl9pPr algn="l">
              <a:defRPr sz="1575">
                <a:solidFill>
                  <a:srgbClr val="171717"/>
                </a:solidFill>
                <a:latin typeface="Roboto"/>
                <a:ea typeface="Roboto"/>
                <a:cs typeface="Roboto"/>
              </a:defRPr>
            </a:lvl9pPr>
          </a:lstStyle>
          <a:p>
            <a:pPr algn="l">
              <a:defRPr sz="1575">
                <a:solidFill>
                  <a:srgbClr val="171717"/>
                </a:solidFill>
                <a:latin typeface="Roboto"/>
                <a:ea typeface="Roboto"/>
                <a:cs typeface="Roboto"/>
              </a:defRPr>
            </a:pPr>
            <a:r>
              <a:rPr sz="1575">
                <a:solidFill>
                  <a:srgbClr val="171717"/>
                </a:solidFill>
                <a:latin typeface="Roboto"/>
                <a:ea typeface="Roboto"/>
                <a:cs typeface="Roboto"/>
              </a:rPr>
              <a:t>Один test: 247 комментариев, 95 сущностей PER и 45 ORG</a:t>
            </a:r>
          </a:p>
        </p:txBody>
      </p:sp>
      <p:graphicFrame>
        <p:nvGraphicFramePr>
          <p:cNvPr id="3" name="Таблица 2">
            <a:extLst>
              <a:ext uri="{FF2B5EF4-FFF2-40B4-BE49-F238E27FC236}">
                <a16:creationId xmlns:a16="http://schemas.microsoft.com/office/drawing/2014/main" id="{C3F8283A-2638-4387-AE3A-8501EBDD4754}"/>
              </a:ext>
            </a:extLst>
          </p:cNvPr>
          <p:cNvGraphicFramePr/>
          <p:nvPr/>
        </p:nvGraphicFramePr>
        <p:xfrm>
          <a:off x="657225" y="1524000"/>
          <a:ext cx="7829550" cy="2533650"/>
        </p:xfrm>
        <a:graphic>
          <a:graphicData uri="http://schemas.openxmlformats.org/drawingml/2006/table">
            <a:tbl>
              <a:tblPr/>
              <a:tblGrid>
                <a:gridCol w="20574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571625">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506730">
                <a:tc>
                  <a:txBody>
                    <a:bodyPr/>
                    <a:lstStyle/>
                    <a:p>
                      <a:pPr algn="l"/>
                      <a:r>
                        <a:rPr sz="1650" b="1">
                          <a:solidFill>
                            <a:srgbClr val="3F299A"/>
                          </a:solidFill>
                          <a:latin typeface="Roboto"/>
                          <a:ea typeface="Roboto"/>
                          <a:cs typeface="Roboto"/>
                        </a:rPr>
                        <a:t>Модель</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650" b="1">
                          <a:solidFill>
                            <a:srgbClr val="3F299A"/>
                          </a:solidFill>
                          <a:latin typeface="Roboto"/>
                          <a:ea typeface="Roboto"/>
                          <a:cs typeface="Roboto"/>
                        </a:rPr>
                        <a:t>Класс</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650" b="1">
                          <a:solidFill>
                            <a:srgbClr val="3F299A"/>
                          </a:solidFill>
                          <a:latin typeface="Roboto"/>
                          <a:ea typeface="Roboto"/>
                          <a:cs typeface="Roboto"/>
                        </a:rPr>
                        <a:t>Precision</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650" b="1">
                          <a:solidFill>
                            <a:srgbClr val="3F299A"/>
                          </a:solidFill>
                          <a:latin typeface="Roboto"/>
                          <a:ea typeface="Roboto"/>
                          <a:cs typeface="Roboto"/>
                        </a:rPr>
                        <a:t>Recall</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650" b="1">
                          <a:solidFill>
                            <a:srgbClr val="3F299A"/>
                          </a:solidFill>
                          <a:latin typeface="Roboto"/>
                          <a:ea typeface="Roboto"/>
                          <a:cs typeface="Roboto"/>
                        </a:rPr>
                        <a:t>F1</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506730">
                <a:tc>
                  <a:txBody>
                    <a:bodyPr/>
                    <a:lstStyle/>
                    <a:p>
                      <a:pPr algn="l"/>
                      <a:r>
                        <a:rPr sz="1650" b="0">
                          <a:solidFill>
                            <a:srgbClr val="222222"/>
                          </a:solidFill>
                          <a:latin typeface="Roboto"/>
                          <a:ea typeface="Roboto"/>
                          <a:cs typeface="Roboto"/>
                        </a:rPr>
                        <a:t>До</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PER</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0,673</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0,800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0,731</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1"/>
                  </a:ext>
                </a:extLst>
              </a:tr>
              <a:tr h="506730">
                <a:tc>
                  <a:txBody>
                    <a:bodyPr/>
                    <a:lstStyle/>
                    <a:p>
                      <a:pPr algn="l"/>
                      <a:r>
                        <a:rPr sz="1650" b="0">
                          <a:solidFill>
                            <a:srgbClr val="222222"/>
                          </a:solidFill>
                          <a:latin typeface="Roboto"/>
                          <a:ea typeface="Roboto"/>
                          <a:cs typeface="Roboto"/>
                        </a:rPr>
                        <a:t>До</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ORG</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0,077</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0,400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0,129</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2"/>
                  </a:ext>
                </a:extLst>
              </a:tr>
              <a:tr h="506730">
                <a:tc>
                  <a:txBody>
                    <a:bodyPr/>
                    <a:lstStyle/>
                    <a:p>
                      <a:pPr algn="l"/>
                      <a:r>
                        <a:rPr sz="1650" b="0">
                          <a:solidFill>
                            <a:srgbClr val="222222"/>
                          </a:solidFill>
                          <a:latin typeface="Roboto"/>
                          <a:ea typeface="Roboto"/>
                          <a:cs typeface="Roboto"/>
                        </a:rPr>
                        <a:t>После</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PER</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0,819</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0,905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0,860</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3"/>
                  </a:ext>
                </a:extLst>
              </a:tr>
              <a:tr h="506730">
                <a:tc>
                  <a:txBody>
                    <a:bodyPr/>
                    <a:lstStyle/>
                    <a:p>
                      <a:pPr algn="l"/>
                      <a:r>
                        <a:rPr sz="1650" b="0">
                          <a:solidFill>
                            <a:srgbClr val="222222"/>
                          </a:solidFill>
                          <a:latin typeface="Roboto"/>
                          <a:ea typeface="Roboto"/>
                          <a:cs typeface="Roboto"/>
                        </a:rPr>
                        <a:t>После</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ORG</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0,356</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0,467</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650" b="0">
                          <a:solidFill>
                            <a:srgbClr val="222222"/>
                          </a:solidFill>
                          <a:latin typeface="Roboto"/>
                          <a:ea typeface="Roboto"/>
                          <a:cs typeface="Roboto"/>
                        </a:rPr>
                        <a:t>0,404</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После: micro F1 0,704 и macro F1 0,632">
            <a:extLst>
              <a:ext uri="{FF2B5EF4-FFF2-40B4-BE49-F238E27FC236}">
                <a16:creationId xmlns:a16="http://schemas.microsoft.com/office/drawing/2014/main" id="{1287D240-97D5-42ED-8522-1CFEA2C3D20F}"/>
              </a:ext>
            </a:extLst>
          </p:cNvPr>
          <p:cNvSpPr>
            <a:spLocks noGrp="1"/>
          </p:cNvSpPr>
          <p:nvPr/>
        </p:nvSpPr>
        <p:spPr>
          <a:xfrm>
            <a:off x="666750" y="4410075"/>
            <a:ext cx="7810500" cy="400050"/>
          </a:xfrm>
          <a:prstGeom prst="rect">
            <a:avLst/>
          </a:prstGeom>
          <a:noFill/>
          <a:ln w="0">
            <a:noFill/>
          </a:ln>
        </p:spPr>
        <p:txBody>
          <a:bodyPr wrap="square" lIns="0" tIns="0" rIns="0" bIns="0" anchor="t">
            <a:noAutofit/>
          </a:bodyPr>
          <a:lstStyle>
            <a:defPPr algn="l">
              <a:defRPr sz="2025" b="1">
                <a:solidFill>
                  <a:srgbClr val="3F299A"/>
                </a:solidFill>
                <a:latin typeface="Roboto"/>
                <a:ea typeface="Roboto"/>
                <a:cs typeface="Roboto"/>
              </a:defRPr>
            </a:defPPr>
            <a:lvl1pPr algn="l">
              <a:defRPr sz="2025" b="1">
                <a:solidFill>
                  <a:srgbClr val="3F299A"/>
                </a:solidFill>
                <a:latin typeface="Roboto"/>
                <a:ea typeface="Roboto"/>
                <a:cs typeface="Roboto"/>
              </a:defRPr>
            </a:lvl1pPr>
            <a:lvl2pPr algn="l">
              <a:defRPr sz="2025" b="1">
                <a:solidFill>
                  <a:srgbClr val="3F299A"/>
                </a:solidFill>
                <a:latin typeface="Roboto"/>
                <a:ea typeface="Roboto"/>
                <a:cs typeface="Roboto"/>
              </a:defRPr>
            </a:lvl2pPr>
            <a:lvl3pPr algn="l">
              <a:defRPr sz="2025" b="1">
                <a:solidFill>
                  <a:srgbClr val="3F299A"/>
                </a:solidFill>
                <a:latin typeface="Roboto"/>
                <a:ea typeface="Roboto"/>
                <a:cs typeface="Roboto"/>
              </a:defRPr>
            </a:lvl3pPr>
            <a:lvl4pPr algn="l">
              <a:defRPr sz="2025" b="1">
                <a:solidFill>
                  <a:srgbClr val="3F299A"/>
                </a:solidFill>
                <a:latin typeface="Roboto"/>
                <a:ea typeface="Roboto"/>
                <a:cs typeface="Roboto"/>
              </a:defRPr>
            </a:lvl4pPr>
            <a:lvl5pPr algn="l">
              <a:defRPr sz="2025" b="1">
                <a:solidFill>
                  <a:srgbClr val="3F299A"/>
                </a:solidFill>
                <a:latin typeface="Roboto"/>
                <a:ea typeface="Roboto"/>
                <a:cs typeface="Roboto"/>
              </a:defRPr>
            </a:lvl5pPr>
            <a:lvl6pPr algn="l">
              <a:defRPr sz="2025" b="1">
                <a:solidFill>
                  <a:srgbClr val="3F299A"/>
                </a:solidFill>
                <a:latin typeface="Roboto"/>
                <a:ea typeface="Roboto"/>
                <a:cs typeface="Roboto"/>
              </a:defRPr>
            </a:lvl6pPr>
            <a:lvl7pPr algn="l">
              <a:defRPr sz="2025" b="1">
                <a:solidFill>
                  <a:srgbClr val="3F299A"/>
                </a:solidFill>
                <a:latin typeface="Roboto"/>
                <a:ea typeface="Roboto"/>
                <a:cs typeface="Roboto"/>
              </a:defRPr>
            </a:lvl7pPr>
            <a:lvl8pPr algn="l">
              <a:defRPr sz="2025" b="1">
                <a:solidFill>
                  <a:srgbClr val="3F299A"/>
                </a:solidFill>
                <a:latin typeface="Roboto"/>
                <a:ea typeface="Roboto"/>
                <a:cs typeface="Roboto"/>
              </a:defRPr>
            </a:lvl8pPr>
            <a:lvl9pPr algn="l">
              <a:defRPr sz="2025" b="1">
                <a:solidFill>
                  <a:srgbClr val="3F299A"/>
                </a:solidFill>
                <a:latin typeface="Roboto"/>
                <a:ea typeface="Roboto"/>
                <a:cs typeface="Roboto"/>
              </a:defRPr>
            </a:lvl9pPr>
          </a:lstStyle>
          <a:p>
            <a:pPr algn="l">
              <a:defRPr sz="2025" b="1">
                <a:solidFill>
                  <a:srgbClr val="3F299A"/>
                </a:solidFill>
                <a:latin typeface="Roboto"/>
                <a:ea typeface="Roboto"/>
                <a:cs typeface="Roboto"/>
              </a:defRPr>
            </a:pPr>
            <a:r>
              <a:rPr sz="2025" b="1">
                <a:solidFill>
                  <a:srgbClr val="3F299A"/>
                </a:solidFill>
                <a:latin typeface="Roboto"/>
                <a:ea typeface="Roboto"/>
                <a:cs typeface="Roboto"/>
              </a:rPr>
              <a:t>После: micro F1 0,704 и macro F1 0,632</a:t>
            </a:r>
          </a:p>
        </p:txBody>
      </p:sp>
    </p:spTree>
    <p:extLst>
      <p:ext uri="{BB962C8B-B14F-4D97-AF65-F5344CB8AC3E}">
        <p14:creationId xmlns:p14="http://schemas.microsoft.com/office/powerpoint/2010/main" val="1051671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Дообучение повысило F1 на Excel">
            <a:extLst>
              <a:ext uri="{FF2B5EF4-FFF2-40B4-BE49-F238E27FC236}">
                <a16:creationId xmlns:a16="http://schemas.microsoft.com/office/drawing/2014/main" id="{F8C04175-9078-49CD-8FC0-1B372D396932}"/>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dirty="0" err="1">
                <a:solidFill>
                  <a:srgbClr val="000000"/>
                </a:solidFill>
                <a:latin typeface="Roboto"/>
                <a:ea typeface="Roboto"/>
                <a:cs typeface="Roboto"/>
              </a:rPr>
              <a:t>Дообучение</a:t>
            </a:r>
            <a:r>
              <a:rPr sz="3000" b="1" dirty="0">
                <a:solidFill>
                  <a:srgbClr val="000000"/>
                </a:solidFill>
                <a:latin typeface="Roboto"/>
                <a:ea typeface="Roboto"/>
                <a:cs typeface="Roboto"/>
              </a:rPr>
              <a:t> </a:t>
            </a:r>
            <a:r>
              <a:rPr sz="3000" b="1" dirty="0" err="1">
                <a:solidFill>
                  <a:srgbClr val="000000"/>
                </a:solidFill>
                <a:latin typeface="Roboto"/>
                <a:ea typeface="Roboto"/>
                <a:cs typeface="Roboto"/>
              </a:rPr>
              <a:t>повысило</a:t>
            </a:r>
            <a:r>
              <a:rPr sz="3000" b="1" dirty="0">
                <a:solidFill>
                  <a:srgbClr val="000000"/>
                </a:solidFill>
                <a:latin typeface="Roboto"/>
                <a:ea typeface="Roboto"/>
                <a:cs typeface="Roboto"/>
              </a:rPr>
              <a:t> F1 </a:t>
            </a:r>
            <a:r>
              <a:rPr sz="3000" b="1" dirty="0" err="1">
                <a:solidFill>
                  <a:srgbClr val="000000"/>
                </a:solidFill>
                <a:latin typeface="Roboto"/>
                <a:ea typeface="Roboto"/>
                <a:cs typeface="Roboto"/>
              </a:rPr>
              <a:t>на</a:t>
            </a:r>
            <a:r>
              <a:rPr sz="3000" b="1" dirty="0">
                <a:solidFill>
                  <a:srgbClr val="000000"/>
                </a:solidFill>
                <a:latin typeface="Roboto"/>
                <a:ea typeface="Roboto"/>
                <a:cs typeface="Roboto"/>
              </a:rPr>
              <a:t> </a:t>
            </a:r>
            <a:r>
              <a:rPr lang="ru-RU" sz="3000" b="1" dirty="0">
                <a:solidFill>
                  <a:srgbClr val="000000"/>
                </a:solidFill>
                <a:latin typeface="Roboto"/>
                <a:ea typeface="Roboto"/>
                <a:cs typeface="Roboto"/>
              </a:rPr>
              <a:t>выгрузках</a:t>
            </a:r>
            <a:endParaRPr sz="3000" b="1" dirty="0">
              <a:solidFill>
                <a:srgbClr val="000000"/>
              </a:solidFill>
              <a:latin typeface="Roboto"/>
              <a:ea typeface="Roboto"/>
              <a:cs typeface="Roboto"/>
            </a:endParaRPr>
          </a:p>
        </p:txBody>
      </p:sp>
      <p:pic>
        <p:nvPicPr>
          <p:cNvPr id="2" name="Рисунок 1">
            <a:extLst>
              <a:ext uri="{FF2B5EF4-FFF2-40B4-BE49-F238E27FC236}">
                <a16:creationId xmlns:a16="http://schemas.microsoft.com/office/drawing/2014/main" id="{DD79216B-5414-49D3-8DB6-319B07CFF799}"/>
              </a:ext>
            </a:extLst>
          </p:cNvPr>
          <p:cNvPicPr>
            <a:picLocks noChangeAspect="1"/>
          </p:cNvPicPr>
          <p:nvPr/>
        </p:nvPicPr>
        <p:blipFill>
          <a:blip r:embed="rId3"/>
          <a:stretch/>
        </p:blipFill>
        <p:spPr>
          <a:xfrm>
            <a:off x="626185" y="1323975"/>
            <a:ext cx="7891630" cy="2924175"/>
          </a:xfrm>
          <a:prstGeom prst="rect">
            <a:avLst/>
          </a:prstGeom>
        </p:spPr>
      </p:pic>
      <p:sp>
        <p:nvSpPr>
          <p:cNvPr id="3" name="С точными границами найдена 21 организация из 45">
            <a:extLst>
              <a:ext uri="{FF2B5EF4-FFF2-40B4-BE49-F238E27FC236}">
                <a16:creationId xmlns:a16="http://schemas.microsoft.com/office/drawing/2014/main" id="{13710C6C-2DB0-45CA-9768-E88ECD95F0AD}"/>
              </a:ext>
            </a:extLst>
          </p:cNvPr>
          <p:cNvSpPr>
            <a:spLocks noGrp="1"/>
          </p:cNvSpPr>
          <p:nvPr/>
        </p:nvSpPr>
        <p:spPr>
          <a:xfrm>
            <a:off x="666750" y="4400550"/>
            <a:ext cx="7839075" cy="304800"/>
          </a:xfrm>
          <a:prstGeom prst="rect">
            <a:avLst/>
          </a:prstGeom>
          <a:noFill/>
          <a:ln w="0">
            <a:noFill/>
          </a:ln>
        </p:spPr>
        <p:txBody>
          <a:bodyPr wrap="square" lIns="0" tIns="0" rIns="0" bIns="0" anchor="t">
            <a:noAutofit/>
          </a:bodyPr>
          <a:lstStyle>
            <a:defPPr algn="l">
              <a:defRPr sz="1650" b="1">
                <a:solidFill>
                  <a:srgbClr val="3F299A"/>
                </a:solidFill>
                <a:latin typeface="Roboto"/>
                <a:ea typeface="Roboto"/>
                <a:cs typeface="Roboto"/>
              </a:defRPr>
            </a:defPPr>
            <a:lvl1pPr algn="l">
              <a:defRPr sz="1650" b="1">
                <a:solidFill>
                  <a:srgbClr val="3F299A"/>
                </a:solidFill>
                <a:latin typeface="Roboto"/>
                <a:ea typeface="Roboto"/>
                <a:cs typeface="Roboto"/>
              </a:defRPr>
            </a:lvl1pPr>
            <a:lvl2pPr algn="l">
              <a:defRPr sz="1650" b="1">
                <a:solidFill>
                  <a:srgbClr val="3F299A"/>
                </a:solidFill>
                <a:latin typeface="Roboto"/>
                <a:ea typeface="Roboto"/>
                <a:cs typeface="Roboto"/>
              </a:defRPr>
            </a:lvl2pPr>
            <a:lvl3pPr algn="l">
              <a:defRPr sz="1650" b="1">
                <a:solidFill>
                  <a:srgbClr val="3F299A"/>
                </a:solidFill>
                <a:latin typeface="Roboto"/>
                <a:ea typeface="Roboto"/>
                <a:cs typeface="Roboto"/>
              </a:defRPr>
            </a:lvl3pPr>
            <a:lvl4pPr algn="l">
              <a:defRPr sz="1650" b="1">
                <a:solidFill>
                  <a:srgbClr val="3F299A"/>
                </a:solidFill>
                <a:latin typeface="Roboto"/>
                <a:ea typeface="Roboto"/>
                <a:cs typeface="Roboto"/>
              </a:defRPr>
            </a:lvl4pPr>
            <a:lvl5pPr algn="l">
              <a:defRPr sz="1650" b="1">
                <a:solidFill>
                  <a:srgbClr val="3F299A"/>
                </a:solidFill>
                <a:latin typeface="Roboto"/>
                <a:ea typeface="Roboto"/>
                <a:cs typeface="Roboto"/>
              </a:defRPr>
            </a:lvl5pPr>
            <a:lvl6pPr algn="l">
              <a:defRPr sz="1650" b="1">
                <a:solidFill>
                  <a:srgbClr val="3F299A"/>
                </a:solidFill>
                <a:latin typeface="Roboto"/>
                <a:ea typeface="Roboto"/>
                <a:cs typeface="Roboto"/>
              </a:defRPr>
            </a:lvl6pPr>
            <a:lvl7pPr algn="l">
              <a:defRPr sz="1650" b="1">
                <a:solidFill>
                  <a:srgbClr val="3F299A"/>
                </a:solidFill>
                <a:latin typeface="Roboto"/>
                <a:ea typeface="Roboto"/>
                <a:cs typeface="Roboto"/>
              </a:defRPr>
            </a:lvl7pPr>
            <a:lvl8pPr algn="l">
              <a:defRPr sz="1650" b="1">
                <a:solidFill>
                  <a:srgbClr val="3F299A"/>
                </a:solidFill>
                <a:latin typeface="Roboto"/>
                <a:ea typeface="Roboto"/>
                <a:cs typeface="Roboto"/>
              </a:defRPr>
            </a:lvl8pPr>
            <a:lvl9pPr algn="l">
              <a:defRPr sz="1650" b="1">
                <a:solidFill>
                  <a:srgbClr val="3F299A"/>
                </a:solidFill>
                <a:latin typeface="Roboto"/>
                <a:ea typeface="Roboto"/>
                <a:cs typeface="Roboto"/>
              </a:defRPr>
            </a:lvl9pPr>
          </a:lstStyle>
          <a:p>
            <a:pPr algn="l">
              <a:defRPr sz="1650" b="1">
                <a:solidFill>
                  <a:srgbClr val="3F299A"/>
                </a:solidFill>
                <a:latin typeface="Roboto"/>
                <a:ea typeface="Roboto"/>
                <a:cs typeface="Roboto"/>
              </a:defRPr>
            </a:pPr>
            <a:r>
              <a:rPr sz="1650" b="1">
                <a:solidFill>
                  <a:srgbClr val="3F299A"/>
                </a:solidFill>
                <a:latin typeface="Roboto"/>
                <a:ea typeface="Roboto"/>
                <a:cs typeface="Roboto"/>
              </a:rPr>
              <a:t>С точными границами найдена 21 организация из 45</a:t>
            </a:r>
          </a:p>
        </p:txBody>
      </p:sp>
      <p:sp>
        <p:nvSpPr>
          <p:cNvPr id="4" name="Остались 24 пропуска и 38 ложных выделений ORG">
            <a:extLst>
              <a:ext uri="{FF2B5EF4-FFF2-40B4-BE49-F238E27FC236}">
                <a16:creationId xmlns:a16="http://schemas.microsoft.com/office/drawing/2014/main" id="{0EA29CF1-F41E-4FCB-A15E-0838D60F9EBA}"/>
              </a:ext>
            </a:extLst>
          </p:cNvPr>
          <p:cNvSpPr>
            <a:spLocks noGrp="1"/>
          </p:cNvSpPr>
          <p:nvPr/>
        </p:nvSpPr>
        <p:spPr>
          <a:xfrm>
            <a:off x="666750" y="4762500"/>
            <a:ext cx="7839075" cy="276225"/>
          </a:xfrm>
          <a:prstGeom prst="rect">
            <a:avLst/>
          </a:prstGeom>
          <a:noFill/>
          <a:ln w="0">
            <a:noFill/>
          </a:ln>
        </p:spPr>
        <p:txBody>
          <a:bodyPr wrap="square" lIns="0" tIns="0" rIns="0" bIns="0" anchor="t">
            <a:noAutofit/>
          </a:bodyPr>
          <a:lstStyle>
            <a:defPPr algn="l">
              <a:defRPr sz="1500">
                <a:solidFill>
                  <a:srgbClr val="171717"/>
                </a:solidFill>
                <a:latin typeface="Roboto"/>
                <a:ea typeface="Roboto"/>
                <a:cs typeface="Roboto"/>
              </a:defRPr>
            </a:defPPr>
            <a:lvl1pPr algn="l">
              <a:defRPr sz="1500">
                <a:solidFill>
                  <a:srgbClr val="171717"/>
                </a:solidFill>
                <a:latin typeface="Roboto"/>
                <a:ea typeface="Roboto"/>
                <a:cs typeface="Roboto"/>
              </a:defRPr>
            </a:lvl1pPr>
            <a:lvl2pPr algn="l">
              <a:defRPr sz="1500">
                <a:solidFill>
                  <a:srgbClr val="171717"/>
                </a:solidFill>
                <a:latin typeface="Roboto"/>
                <a:ea typeface="Roboto"/>
                <a:cs typeface="Roboto"/>
              </a:defRPr>
            </a:lvl2pPr>
            <a:lvl3pPr algn="l">
              <a:defRPr sz="1500">
                <a:solidFill>
                  <a:srgbClr val="171717"/>
                </a:solidFill>
                <a:latin typeface="Roboto"/>
                <a:ea typeface="Roboto"/>
                <a:cs typeface="Roboto"/>
              </a:defRPr>
            </a:lvl3pPr>
            <a:lvl4pPr algn="l">
              <a:defRPr sz="1500">
                <a:solidFill>
                  <a:srgbClr val="171717"/>
                </a:solidFill>
                <a:latin typeface="Roboto"/>
                <a:ea typeface="Roboto"/>
                <a:cs typeface="Roboto"/>
              </a:defRPr>
            </a:lvl4pPr>
            <a:lvl5pPr algn="l">
              <a:defRPr sz="1500">
                <a:solidFill>
                  <a:srgbClr val="171717"/>
                </a:solidFill>
                <a:latin typeface="Roboto"/>
                <a:ea typeface="Roboto"/>
                <a:cs typeface="Roboto"/>
              </a:defRPr>
            </a:lvl5pPr>
            <a:lvl6pPr algn="l">
              <a:defRPr sz="1500">
                <a:solidFill>
                  <a:srgbClr val="171717"/>
                </a:solidFill>
                <a:latin typeface="Roboto"/>
                <a:ea typeface="Roboto"/>
                <a:cs typeface="Roboto"/>
              </a:defRPr>
            </a:lvl6pPr>
            <a:lvl7pPr algn="l">
              <a:defRPr sz="1500">
                <a:solidFill>
                  <a:srgbClr val="171717"/>
                </a:solidFill>
                <a:latin typeface="Roboto"/>
                <a:ea typeface="Roboto"/>
                <a:cs typeface="Roboto"/>
              </a:defRPr>
            </a:lvl7pPr>
            <a:lvl8pPr algn="l">
              <a:defRPr sz="1500">
                <a:solidFill>
                  <a:srgbClr val="171717"/>
                </a:solidFill>
                <a:latin typeface="Roboto"/>
                <a:ea typeface="Roboto"/>
                <a:cs typeface="Roboto"/>
              </a:defRPr>
            </a:lvl8pPr>
            <a:lvl9pPr algn="l">
              <a:defRPr sz="1500">
                <a:solidFill>
                  <a:srgbClr val="171717"/>
                </a:solidFill>
                <a:latin typeface="Roboto"/>
                <a:ea typeface="Roboto"/>
                <a:cs typeface="Roboto"/>
              </a:defRPr>
            </a:lvl9pPr>
          </a:lstStyle>
          <a:p>
            <a:pPr algn="l">
              <a:defRPr sz="1500">
                <a:solidFill>
                  <a:srgbClr val="171717"/>
                </a:solidFill>
                <a:latin typeface="Roboto"/>
                <a:ea typeface="Roboto"/>
                <a:cs typeface="Roboto"/>
              </a:defRPr>
            </a:pPr>
            <a:r>
              <a:rPr sz="1500">
                <a:solidFill>
                  <a:srgbClr val="171717"/>
                </a:solidFill>
                <a:latin typeface="Roboto"/>
                <a:ea typeface="Roboto"/>
                <a:cs typeface="Roboto"/>
              </a:rPr>
              <a:t>Остались 24 пропуска и 38 ложных выделений ORG</a:t>
            </a:r>
          </a:p>
        </p:txBody>
      </p:sp>
    </p:spTree>
    <p:extLst>
      <p:ext uri="{BB962C8B-B14F-4D97-AF65-F5344CB8AC3E}">
        <p14:creationId xmlns:p14="http://schemas.microsoft.com/office/powerpoint/2010/main" val="92993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олнота маскировки после дообучения">
            <a:extLst>
              <a:ext uri="{FF2B5EF4-FFF2-40B4-BE49-F238E27FC236}">
                <a16:creationId xmlns:a16="http://schemas.microsoft.com/office/drawing/2014/main" id="{4C35C379-4497-4E83-AF72-269AF1454C44}"/>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Полнота маскировки после дообучения</a:t>
            </a:r>
          </a:p>
        </p:txBody>
      </p:sp>
      <p:pic>
        <p:nvPicPr>
          <p:cNvPr id="2" name="Рисунок 1">
            <a:extLst>
              <a:ext uri="{FF2B5EF4-FFF2-40B4-BE49-F238E27FC236}">
                <a16:creationId xmlns:a16="http://schemas.microsoft.com/office/drawing/2014/main" id="{FF07432A-9F79-4C18-9D15-15506EDF0B20}"/>
              </a:ext>
            </a:extLst>
          </p:cNvPr>
          <p:cNvPicPr>
            <a:picLocks noChangeAspect="1"/>
          </p:cNvPicPr>
          <p:nvPr/>
        </p:nvPicPr>
        <p:blipFill>
          <a:blip r:embed="rId3"/>
          <a:stretch/>
        </p:blipFill>
        <p:spPr>
          <a:xfrm>
            <a:off x="738267" y="1381125"/>
            <a:ext cx="7667467" cy="2857500"/>
          </a:xfrm>
          <a:prstGeom prst="rect">
            <a:avLst/>
          </a:prstGeom>
        </p:spPr>
      </p:pic>
      <p:sp>
        <p:nvSpPr>
          <p:cNvPr id="3" name="Фрагменты ORG остались в 15 из 39 комментариев">
            <a:extLst>
              <a:ext uri="{FF2B5EF4-FFF2-40B4-BE49-F238E27FC236}">
                <a16:creationId xmlns:a16="http://schemas.microsoft.com/office/drawing/2014/main" id="{9CC834E7-9B0C-4B29-84BB-F926A5DD8F3C}"/>
              </a:ext>
            </a:extLst>
          </p:cNvPr>
          <p:cNvSpPr>
            <a:spLocks noGrp="1"/>
          </p:cNvSpPr>
          <p:nvPr/>
        </p:nvSpPr>
        <p:spPr>
          <a:xfrm>
            <a:off x="666750" y="4400550"/>
            <a:ext cx="7858125" cy="314325"/>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defRPr sz="1725" b="1">
                <a:solidFill>
                  <a:srgbClr val="3F299A"/>
                </a:solidFill>
                <a:latin typeface="Roboto"/>
                <a:ea typeface="Roboto"/>
                <a:cs typeface="Roboto"/>
              </a:defRPr>
            </a:lvl1pPr>
            <a:lvl2pPr algn="l">
              <a:defRPr sz="1725" b="1">
                <a:solidFill>
                  <a:srgbClr val="3F299A"/>
                </a:solidFill>
                <a:latin typeface="Roboto"/>
                <a:ea typeface="Roboto"/>
                <a:cs typeface="Roboto"/>
              </a:defRPr>
            </a:lvl2pPr>
            <a:lvl3pPr algn="l">
              <a:defRPr sz="1725" b="1">
                <a:solidFill>
                  <a:srgbClr val="3F299A"/>
                </a:solidFill>
                <a:latin typeface="Roboto"/>
                <a:ea typeface="Roboto"/>
                <a:cs typeface="Roboto"/>
              </a:defRPr>
            </a:lvl3pPr>
            <a:lvl4pPr algn="l">
              <a:defRPr sz="1725" b="1">
                <a:solidFill>
                  <a:srgbClr val="3F299A"/>
                </a:solidFill>
                <a:latin typeface="Roboto"/>
                <a:ea typeface="Roboto"/>
                <a:cs typeface="Roboto"/>
              </a:defRPr>
            </a:lvl4pPr>
            <a:lvl5pPr algn="l">
              <a:defRPr sz="1725" b="1">
                <a:solidFill>
                  <a:srgbClr val="3F299A"/>
                </a:solidFill>
                <a:latin typeface="Roboto"/>
                <a:ea typeface="Roboto"/>
                <a:cs typeface="Roboto"/>
              </a:defRPr>
            </a:lvl5pPr>
            <a:lvl6pPr algn="l">
              <a:defRPr sz="1725" b="1">
                <a:solidFill>
                  <a:srgbClr val="3F299A"/>
                </a:solidFill>
                <a:latin typeface="Roboto"/>
                <a:ea typeface="Roboto"/>
                <a:cs typeface="Roboto"/>
              </a:defRPr>
            </a:lvl6pPr>
            <a:lvl7pPr algn="l">
              <a:defRPr sz="1725" b="1">
                <a:solidFill>
                  <a:srgbClr val="3F299A"/>
                </a:solidFill>
                <a:latin typeface="Roboto"/>
                <a:ea typeface="Roboto"/>
                <a:cs typeface="Roboto"/>
              </a:defRPr>
            </a:lvl7pPr>
            <a:lvl8pPr algn="l">
              <a:defRPr sz="1725" b="1">
                <a:solidFill>
                  <a:srgbClr val="3F299A"/>
                </a:solidFill>
                <a:latin typeface="Roboto"/>
                <a:ea typeface="Roboto"/>
                <a:cs typeface="Roboto"/>
              </a:defRPr>
            </a:lvl8pPr>
            <a:lvl9pPr algn="l">
              <a:defRPr sz="1725" b="1">
                <a:solidFill>
                  <a:srgbClr val="3F299A"/>
                </a:solidFill>
                <a:latin typeface="Roboto"/>
                <a:ea typeface="Roboto"/>
                <a:cs typeface="Roboto"/>
              </a:defRPr>
            </a:lvl9pPr>
          </a:lstStyle>
          <a:p>
            <a:pPr algn="l">
              <a:defRPr sz="1725" b="1">
                <a:solidFill>
                  <a:srgbClr val="3F299A"/>
                </a:solidFill>
                <a:latin typeface="Roboto"/>
                <a:ea typeface="Roboto"/>
                <a:cs typeface="Roboto"/>
              </a:defRPr>
            </a:pPr>
            <a:r>
              <a:rPr sz="1725" b="1">
                <a:solidFill>
                  <a:srgbClr val="3F299A"/>
                </a:solidFill>
                <a:latin typeface="Roboto"/>
                <a:ea typeface="Roboto"/>
                <a:cs typeface="Roboto"/>
              </a:rPr>
              <a:t>Фрагменты ORG остались в 15 из 39 комментариев</a:t>
            </a:r>
          </a:p>
        </p:txBody>
      </p:sp>
      <p:sp>
        <p:nvSpPr>
          <p:cNvPr id="4" name="Рост F1 не гарантирует полного скрытия чувствительных фрагме">
            <a:extLst>
              <a:ext uri="{FF2B5EF4-FFF2-40B4-BE49-F238E27FC236}">
                <a16:creationId xmlns:a16="http://schemas.microsoft.com/office/drawing/2014/main" id="{1BE0D439-9EA8-497E-BB8A-685FD6E8F3F7}"/>
              </a:ext>
            </a:extLst>
          </p:cNvPr>
          <p:cNvSpPr>
            <a:spLocks noGrp="1"/>
          </p:cNvSpPr>
          <p:nvPr/>
        </p:nvSpPr>
        <p:spPr>
          <a:xfrm>
            <a:off x="666750" y="4772025"/>
            <a:ext cx="7858125" cy="276225"/>
          </a:xfrm>
          <a:prstGeom prst="rect">
            <a:avLst/>
          </a:prstGeom>
          <a:noFill/>
          <a:ln w="0">
            <a:noFill/>
          </a:ln>
        </p:spPr>
        <p:txBody>
          <a:bodyPr wrap="square" lIns="0" tIns="0" rIns="0" bIns="0" anchor="t">
            <a:noAutofit/>
          </a:bodyPr>
          <a:lstStyle>
            <a:defPPr algn="l">
              <a:defRPr sz="1500">
                <a:solidFill>
                  <a:srgbClr val="171717"/>
                </a:solidFill>
                <a:latin typeface="Roboto"/>
                <a:ea typeface="Roboto"/>
                <a:cs typeface="Roboto"/>
              </a:defRPr>
            </a:defPPr>
            <a:lvl1pPr algn="l">
              <a:defRPr sz="1500">
                <a:solidFill>
                  <a:srgbClr val="171717"/>
                </a:solidFill>
                <a:latin typeface="Roboto"/>
                <a:ea typeface="Roboto"/>
                <a:cs typeface="Roboto"/>
              </a:defRPr>
            </a:lvl1pPr>
            <a:lvl2pPr algn="l">
              <a:defRPr sz="1500">
                <a:solidFill>
                  <a:srgbClr val="171717"/>
                </a:solidFill>
                <a:latin typeface="Roboto"/>
                <a:ea typeface="Roboto"/>
                <a:cs typeface="Roboto"/>
              </a:defRPr>
            </a:lvl2pPr>
            <a:lvl3pPr algn="l">
              <a:defRPr sz="1500">
                <a:solidFill>
                  <a:srgbClr val="171717"/>
                </a:solidFill>
                <a:latin typeface="Roboto"/>
                <a:ea typeface="Roboto"/>
                <a:cs typeface="Roboto"/>
              </a:defRPr>
            </a:lvl3pPr>
            <a:lvl4pPr algn="l">
              <a:defRPr sz="1500">
                <a:solidFill>
                  <a:srgbClr val="171717"/>
                </a:solidFill>
                <a:latin typeface="Roboto"/>
                <a:ea typeface="Roboto"/>
                <a:cs typeface="Roboto"/>
              </a:defRPr>
            </a:lvl4pPr>
            <a:lvl5pPr algn="l">
              <a:defRPr sz="1500">
                <a:solidFill>
                  <a:srgbClr val="171717"/>
                </a:solidFill>
                <a:latin typeface="Roboto"/>
                <a:ea typeface="Roboto"/>
                <a:cs typeface="Roboto"/>
              </a:defRPr>
            </a:lvl5pPr>
            <a:lvl6pPr algn="l">
              <a:defRPr sz="1500">
                <a:solidFill>
                  <a:srgbClr val="171717"/>
                </a:solidFill>
                <a:latin typeface="Roboto"/>
                <a:ea typeface="Roboto"/>
                <a:cs typeface="Roboto"/>
              </a:defRPr>
            </a:lvl6pPr>
            <a:lvl7pPr algn="l">
              <a:defRPr sz="1500">
                <a:solidFill>
                  <a:srgbClr val="171717"/>
                </a:solidFill>
                <a:latin typeface="Roboto"/>
                <a:ea typeface="Roboto"/>
                <a:cs typeface="Roboto"/>
              </a:defRPr>
            </a:lvl7pPr>
            <a:lvl8pPr algn="l">
              <a:defRPr sz="1500">
                <a:solidFill>
                  <a:srgbClr val="171717"/>
                </a:solidFill>
                <a:latin typeface="Roboto"/>
                <a:ea typeface="Roboto"/>
                <a:cs typeface="Roboto"/>
              </a:defRPr>
            </a:lvl8pPr>
            <a:lvl9pPr algn="l">
              <a:defRPr sz="1500">
                <a:solidFill>
                  <a:srgbClr val="171717"/>
                </a:solidFill>
                <a:latin typeface="Roboto"/>
                <a:ea typeface="Roboto"/>
                <a:cs typeface="Roboto"/>
              </a:defRPr>
            </a:lvl9pPr>
          </a:lstStyle>
          <a:p>
            <a:pPr algn="l">
              <a:defRPr sz="1500">
                <a:solidFill>
                  <a:srgbClr val="171717"/>
                </a:solidFill>
                <a:latin typeface="Roboto"/>
                <a:ea typeface="Roboto"/>
                <a:cs typeface="Roboto"/>
              </a:defRPr>
            </a:pPr>
            <a:r>
              <a:rPr sz="1500">
                <a:solidFill>
                  <a:srgbClr val="171717"/>
                </a:solidFill>
                <a:latin typeface="Roboto"/>
                <a:ea typeface="Roboto"/>
                <a:cs typeface="Roboto"/>
              </a:rPr>
              <a:t>Рост F1 не гарантирует полного скрытия чувствительных фрагментов</a:t>
            </a:r>
          </a:p>
        </p:txBody>
      </p:sp>
    </p:spTree>
    <p:extLst>
      <p:ext uri="{BB962C8B-B14F-4D97-AF65-F5344CB8AC3E}">
        <p14:creationId xmlns:p14="http://schemas.microsoft.com/office/powerpoint/2010/main" val="1671213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ложности и принятые решения">
            <a:extLst>
              <a:ext uri="{FF2B5EF4-FFF2-40B4-BE49-F238E27FC236}">
                <a16:creationId xmlns:a16="http://schemas.microsoft.com/office/drawing/2014/main" id="{9740FA97-8563-4EA0-BF58-C96C82B4B40B}"/>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Сложности и принятые решения</a:t>
            </a:r>
          </a:p>
        </p:txBody>
      </p:sp>
      <p:graphicFrame>
        <p:nvGraphicFramePr>
          <p:cNvPr id="2" name="Таблица 1">
            <a:extLst>
              <a:ext uri="{FF2B5EF4-FFF2-40B4-BE49-F238E27FC236}">
                <a16:creationId xmlns:a16="http://schemas.microsoft.com/office/drawing/2014/main" id="{85225220-BA7B-4250-8708-C7697F7F3D40}"/>
              </a:ext>
            </a:extLst>
          </p:cNvPr>
          <p:cNvGraphicFramePr/>
          <p:nvPr>
            <p:extLst>
              <p:ext uri="{D42A27DB-BD31-4B8C-83A1-F6EECF244321}">
                <p14:modId xmlns:p14="http://schemas.microsoft.com/office/powerpoint/2010/main" val="2056809723"/>
              </p:ext>
            </p:extLst>
          </p:nvPr>
        </p:nvGraphicFramePr>
        <p:xfrm>
          <a:off x="600075" y="1381125"/>
          <a:ext cx="7943850" cy="3067050"/>
        </p:xfrm>
        <a:graphic>
          <a:graphicData uri="http://schemas.openxmlformats.org/drawingml/2006/table">
            <a:tbl>
              <a:tblPr/>
              <a:tblGrid>
                <a:gridCol w="2238375">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3381375">
                  <a:extLst>
                    <a:ext uri="{9D8B030D-6E8A-4147-A177-3AD203B41FA5}">
                      <a16:colId xmlns:a16="http://schemas.microsoft.com/office/drawing/2014/main" val="20002"/>
                    </a:ext>
                  </a:extLst>
                </a:gridCol>
              </a:tblGrid>
              <a:tr h="613410">
                <a:tc>
                  <a:txBody>
                    <a:bodyPr/>
                    <a:lstStyle/>
                    <a:p>
                      <a:pPr algn="l"/>
                      <a:r>
                        <a:rPr sz="1500" b="1">
                          <a:solidFill>
                            <a:srgbClr val="3F299A"/>
                          </a:solidFill>
                          <a:latin typeface="Roboto"/>
                          <a:ea typeface="Roboto"/>
                          <a:cs typeface="Roboto"/>
                        </a:rPr>
                        <a:t>Сложность</a:t>
                      </a:r>
                    </a:p>
                  </a:txBody>
                  <a:tcPr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00" b="1">
                          <a:solidFill>
                            <a:srgbClr val="3F299A"/>
                          </a:solidFill>
                          <a:latin typeface="Roboto"/>
                          <a:ea typeface="Roboto"/>
                          <a:cs typeface="Roboto"/>
                        </a:rPr>
                        <a:t>Наблюдение</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tc>
                  <a:txBody>
                    <a:bodyPr/>
                    <a:lstStyle/>
                    <a:p>
                      <a:pPr algn="l"/>
                      <a:r>
                        <a:rPr sz="1500" b="1">
                          <a:solidFill>
                            <a:srgbClr val="3F299A"/>
                          </a:solidFill>
                          <a:latin typeface="Roboto"/>
                          <a:ea typeface="Roboto"/>
                          <a:cs typeface="Roboto"/>
                        </a:rPr>
                        <a:t>Что сделали</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a:solidFill>
                        <a:srgbClr val="DDDDDD"/>
                      </a:solidFill>
                      <a:prstDash val="solid"/>
                    </a:lnT>
                    <a:lnB w="9525">
                      <a:solidFill>
                        <a:srgbClr val="DDDDDD"/>
                      </a:solidFill>
                      <a:prstDash val="solid"/>
                    </a:lnB>
                    <a:solidFill>
                      <a:srgbClr val="FFFFFF"/>
                    </a:solidFill>
                  </a:tcPr>
                </a:tc>
                <a:extLst>
                  <a:ext uri="{0D108BD9-81ED-4DB2-BD59-A6C34878D82A}">
                    <a16:rowId xmlns:a16="http://schemas.microsoft.com/office/drawing/2014/main" val="10000"/>
                  </a:ext>
                </a:extLst>
              </a:tr>
              <a:tr h="613410">
                <a:tc>
                  <a:txBody>
                    <a:bodyPr/>
                    <a:lstStyle/>
                    <a:p>
                      <a:pPr algn="l"/>
                      <a:r>
                        <a:rPr sz="1500" b="0">
                          <a:solidFill>
                            <a:srgbClr val="222222"/>
                          </a:solidFill>
                          <a:latin typeface="Roboto"/>
                          <a:ea typeface="Roboto"/>
                          <a:cs typeface="Roboto"/>
                        </a:rPr>
                        <a:t>Дубли в разметке</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a:solidFill>
                            <a:srgbClr val="222222"/>
                          </a:solidFill>
                          <a:latin typeface="Roboto"/>
                          <a:ea typeface="Roboto"/>
                          <a:cs typeface="Roboto"/>
                        </a:rPr>
                        <a:t>468 повторов</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err="1">
                          <a:solidFill>
                            <a:srgbClr val="222222"/>
                          </a:solidFill>
                          <a:latin typeface="Roboto"/>
                          <a:ea typeface="Roboto"/>
                          <a:cs typeface="Roboto"/>
                        </a:rPr>
                        <a:t>Удалил</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до</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разделения</a:t>
                      </a:r>
                      <a:endParaRPr sz="1500" b="0" dirty="0">
                        <a:solidFill>
                          <a:srgbClr val="222222"/>
                        </a:solidFill>
                        <a:latin typeface="Roboto"/>
                        <a:ea typeface="Roboto"/>
                        <a:cs typeface="Roboto"/>
                      </a:endParaRP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1"/>
                  </a:ext>
                </a:extLst>
              </a:tr>
              <a:tr h="613410">
                <a:tc>
                  <a:txBody>
                    <a:bodyPr/>
                    <a:lstStyle/>
                    <a:p>
                      <a:pPr algn="l"/>
                      <a:r>
                        <a:rPr sz="1500" b="0">
                          <a:solidFill>
                            <a:srgbClr val="222222"/>
                          </a:solidFill>
                          <a:latin typeface="Roboto"/>
                          <a:ea typeface="Roboto"/>
                          <a:cs typeface="Roboto"/>
                        </a:rPr>
                        <a:t>Другой тип текста</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a:solidFill>
                            <a:srgbClr val="222222"/>
                          </a:solidFill>
                          <a:latin typeface="Roboto"/>
                          <a:ea typeface="Roboto"/>
                          <a:cs typeface="Roboto"/>
                        </a:rPr>
                        <a:t>ORG F1 до: 0,129</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err="1">
                          <a:solidFill>
                            <a:srgbClr val="222222"/>
                          </a:solidFill>
                          <a:latin typeface="Roboto"/>
                          <a:ea typeface="Roboto"/>
                          <a:cs typeface="Roboto"/>
                        </a:rPr>
                        <a:t>Дообучил</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на</a:t>
                      </a:r>
                      <a:r>
                        <a:rPr sz="1500" b="0" dirty="0">
                          <a:solidFill>
                            <a:srgbClr val="222222"/>
                          </a:solidFill>
                          <a:latin typeface="Roboto"/>
                          <a:ea typeface="Roboto"/>
                          <a:cs typeface="Roboto"/>
                        </a:rPr>
                        <a:t> Excel,</a:t>
                      </a:r>
                    </a:p>
                    <a:p>
                      <a:pPr algn="l"/>
                      <a:r>
                        <a:rPr sz="1500" b="0" dirty="0">
                          <a:solidFill>
                            <a:srgbClr val="222222"/>
                          </a:solidFill>
                          <a:latin typeface="Roboto"/>
                          <a:ea typeface="Roboto"/>
                          <a:cs typeface="Roboto"/>
                        </a:rPr>
                        <a:t>ORG F1 </a:t>
                      </a:r>
                      <a:r>
                        <a:rPr sz="1500" b="0" dirty="0" err="1">
                          <a:solidFill>
                            <a:srgbClr val="222222"/>
                          </a:solidFill>
                          <a:latin typeface="Roboto"/>
                          <a:ea typeface="Roboto"/>
                          <a:cs typeface="Roboto"/>
                        </a:rPr>
                        <a:t>после</a:t>
                      </a:r>
                      <a:r>
                        <a:rPr sz="1500" b="0" dirty="0">
                          <a:solidFill>
                            <a:srgbClr val="222222"/>
                          </a:solidFill>
                          <a:latin typeface="Roboto"/>
                          <a:ea typeface="Roboto"/>
                          <a:cs typeface="Roboto"/>
                        </a:rPr>
                        <a:t>: 0,404</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2"/>
                  </a:ext>
                </a:extLst>
              </a:tr>
              <a:tr h="613410">
                <a:tc>
                  <a:txBody>
                    <a:bodyPr/>
                    <a:lstStyle/>
                    <a:p>
                      <a:pPr algn="l"/>
                      <a:r>
                        <a:rPr sz="1500" b="0">
                          <a:solidFill>
                            <a:srgbClr val="222222"/>
                          </a:solidFill>
                          <a:latin typeface="Roboto"/>
                          <a:ea typeface="Roboto"/>
                          <a:cs typeface="Roboto"/>
                        </a:rPr>
                        <a:t>Дисбаланс примеров</a:t>
                      </a: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a:solidFill>
                            <a:srgbClr val="222222"/>
                          </a:solidFill>
                          <a:latin typeface="Roboto"/>
                          <a:ea typeface="Roboto"/>
                          <a:cs typeface="Roboto"/>
                        </a:rPr>
                        <a:t>75,8% train</a:t>
                      </a:r>
                    </a:p>
                    <a:p>
                      <a:pPr algn="l"/>
                      <a:r>
                        <a:rPr sz="1500" b="0" dirty="0" err="1">
                          <a:solidFill>
                            <a:srgbClr val="222222"/>
                          </a:solidFill>
                          <a:latin typeface="Roboto"/>
                          <a:ea typeface="Roboto"/>
                          <a:cs typeface="Roboto"/>
                        </a:rPr>
                        <a:t>без</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сущностей</a:t>
                      </a:r>
                      <a:endParaRPr sz="1500" b="0" dirty="0">
                        <a:solidFill>
                          <a:srgbClr val="222222"/>
                        </a:solidFill>
                        <a:latin typeface="Roboto"/>
                        <a:ea typeface="Roboto"/>
                        <a:cs typeface="Roboto"/>
                      </a:endParaRP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err="1">
                          <a:solidFill>
                            <a:srgbClr val="222222"/>
                          </a:solidFill>
                          <a:latin typeface="Roboto"/>
                          <a:ea typeface="Roboto"/>
                          <a:cs typeface="Roboto"/>
                        </a:rPr>
                        <a:t>Подготовил</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проверку</a:t>
                      </a:r>
                      <a:endParaRPr sz="1500" b="0" dirty="0">
                        <a:solidFill>
                          <a:srgbClr val="222222"/>
                        </a:solidFill>
                        <a:latin typeface="Roboto"/>
                        <a:ea typeface="Roboto"/>
                        <a:cs typeface="Roboto"/>
                      </a:endParaRPr>
                    </a:p>
                    <a:p>
                      <a:pPr algn="l"/>
                      <a:r>
                        <a:rPr sz="1500" b="0" dirty="0" err="1">
                          <a:solidFill>
                            <a:srgbClr val="222222"/>
                          </a:solidFill>
                          <a:latin typeface="Roboto"/>
                          <a:ea typeface="Roboto"/>
                          <a:cs typeface="Roboto"/>
                        </a:rPr>
                        <a:t>с</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весом</a:t>
                      </a:r>
                      <a:r>
                        <a:rPr sz="1500" b="0" dirty="0">
                          <a:solidFill>
                            <a:srgbClr val="222222"/>
                          </a:solidFill>
                          <a:latin typeface="Roboto"/>
                          <a:ea typeface="Roboto"/>
                          <a:cs typeface="Roboto"/>
                        </a:rPr>
                        <a:t> ORG 1,5</a:t>
                      </a: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3"/>
                  </a:ext>
                </a:extLst>
              </a:tr>
              <a:tr h="613410">
                <a:tc>
                  <a:txBody>
                    <a:bodyPr/>
                    <a:lstStyle/>
                    <a:p>
                      <a:pPr algn="l"/>
                      <a:r>
                        <a:rPr sz="1500" b="0" dirty="0" err="1">
                          <a:solidFill>
                            <a:srgbClr val="222222"/>
                          </a:solidFill>
                          <a:latin typeface="Roboto"/>
                          <a:ea typeface="Roboto"/>
                          <a:cs typeface="Roboto"/>
                        </a:rPr>
                        <a:t>Границы</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организаций</a:t>
                      </a:r>
                      <a:endParaRPr sz="1500" b="0" dirty="0">
                        <a:solidFill>
                          <a:srgbClr val="222222"/>
                        </a:solidFill>
                        <a:latin typeface="Roboto"/>
                        <a:ea typeface="Roboto"/>
                        <a:cs typeface="Roboto"/>
                      </a:endParaRPr>
                    </a:p>
                  </a:txBody>
                  <a:tcPr anchor="ctr">
                    <a:lnL w="9525">
                      <a:solidFill>
                        <a:srgbClr val="DDDDDD"/>
                      </a:solidFill>
                      <a:prstDash val="soli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err="1">
                          <a:solidFill>
                            <a:srgbClr val="222222"/>
                          </a:solidFill>
                          <a:latin typeface="Roboto"/>
                          <a:ea typeface="Roboto"/>
                          <a:cs typeface="Roboto"/>
                        </a:rPr>
                        <a:t>Остатки</a:t>
                      </a:r>
                      <a:r>
                        <a:rPr sz="1500" b="0" dirty="0">
                          <a:solidFill>
                            <a:srgbClr val="222222"/>
                          </a:solidFill>
                          <a:latin typeface="Roboto"/>
                          <a:ea typeface="Roboto"/>
                          <a:cs typeface="Roboto"/>
                        </a:rPr>
                        <a:t> ORG</a:t>
                      </a:r>
                    </a:p>
                    <a:p>
                      <a:pPr algn="l"/>
                      <a:r>
                        <a:rPr sz="1500" b="0" dirty="0" err="1">
                          <a:solidFill>
                            <a:srgbClr val="222222"/>
                          </a:solidFill>
                          <a:latin typeface="Roboto"/>
                          <a:ea typeface="Roboto"/>
                          <a:cs typeface="Roboto"/>
                        </a:rPr>
                        <a:t>в</a:t>
                      </a:r>
                      <a:r>
                        <a:rPr sz="1500" b="0" dirty="0">
                          <a:solidFill>
                            <a:srgbClr val="222222"/>
                          </a:solidFill>
                          <a:latin typeface="Roboto"/>
                          <a:ea typeface="Roboto"/>
                          <a:cs typeface="Roboto"/>
                        </a:rPr>
                        <a:t> 15 </a:t>
                      </a:r>
                      <a:r>
                        <a:rPr sz="1500" b="0" dirty="0" err="1">
                          <a:solidFill>
                            <a:srgbClr val="222222"/>
                          </a:solidFill>
                          <a:latin typeface="Roboto"/>
                          <a:ea typeface="Roboto"/>
                          <a:cs typeface="Roboto"/>
                        </a:rPr>
                        <a:t>из</a:t>
                      </a:r>
                      <a:r>
                        <a:rPr sz="1500" b="0" dirty="0">
                          <a:solidFill>
                            <a:srgbClr val="222222"/>
                          </a:solidFill>
                          <a:latin typeface="Roboto"/>
                          <a:ea typeface="Roboto"/>
                          <a:cs typeface="Roboto"/>
                        </a:rPr>
                        <a:t> 39 </a:t>
                      </a:r>
                      <a:r>
                        <a:rPr sz="1500" b="0" dirty="0" err="1">
                          <a:solidFill>
                            <a:srgbClr val="222222"/>
                          </a:solidFill>
                          <a:latin typeface="Roboto"/>
                          <a:ea typeface="Roboto"/>
                          <a:cs typeface="Roboto"/>
                        </a:rPr>
                        <a:t>текстов</a:t>
                      </a:r>
                      <a:endParaRPr sz="1500" b="0" dirty="0">
                        <a:solidFill>
                          <a:srgbClr val="222222"/>
                        </a:solidFill>
                        <a:latin typeface="Roboto"/>
                        <a:ea typeface="Roboto"/>
                        <a:cs typeface="Roboto"/>
                      </a:endParaRP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tc>
                  <a:txBody>
                    <a:bodyPr/>
                    <a:lstStyle/>
                    <a:p>
                      <a:pPr algn="l"/>
                      <a:r>
                        <a:rPr sz="1500" b="0" dirty="0" err="1">
                          <a:solidFill>
                            <a:srgbClr val="222222"/>
                          </a:solidFill>
                          <a:latin typeface="Roboto"/>
                          <a:ea typeface="Roboto"/>
                          <a:cs typeface="Roboto"/>
                        </a:rPr>
                        <a:t>Добавил</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покрытие</a:t>
                      </a:r>
                      <a:endParaRPr sz="1500" b="0" dirty="0">
                        <a:solidFill>
                          <a:srgbClr val="222222"/>
                        </a:solidFill>
                        <a:latin typeface="Roboto"/>
                        <a:ea typeface="Roboto"/>
                        <a:cs typeface="Roboto"/>
                      </a:endParaRPr>
                    </a:p>
                    <a:p>
                      <a:pPr algn="l"/>
                      <a:r>
                        <a:rPr sz="1500" b="0" dirty="0" err="1">
                          <a:solidFill>
                            <a:srgbClr val="222222"/>
                          </a:solidFill>
                          <a:latin typeface="Roboto"/>
                          <a:ea typeface="Roboto"/>
                          <a:cs typeface="Roboto"/>
                        </a:rPr>
                        <a:t>и</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долю</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текстов</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с</a:t>
                      </a:r>
                      <a:r>
                        <a:rPr sz="1500" b="0" dirty="0">
                          <a:solidFill>
                            <a:srgbClr val="222222"/>
                          </a:solidFill>
                          <a:latin typeface="Roboto"/>
                          <a:ea typeface="Roboto"/>
                          <a:cs typeface="Roboto"/>
                        </a:rPr>
                        <a:t> </a:t>
                      </a:r>
                      <a:r>
                        <a:rPr sz="1500" b="0" dirty="0" err="1">
                          <a:solidFill>
                            <a:srgbClr val="222222"/>
                          </a:solidFill>
                          <a:latin typeface="Roboto"/>
                          <a:ea typeface="Roboto"/>
                          <a:cs typeface="Roboto"/>
                        </a:rPr>
                        <a:t>остатками</a:t>
                      </a:r>
                      <a:endParaRPr sz="1500" b="0" dirty="0">
                        <a:solidFill>
                          <a:srgbClr val="222222"/>
                        </a:solidFill>
                        <a:latin typeface="Roboto"/>
                        <a:ea typeface="Roboto"/>
                        <a:cs typeface="Roboto"/>
                      </a:endParaRPr>
                    </a:p>
                  </a:txBody>
                  <a:tcPr anchor="ctr">
                    <a:lnL w="9525" cap="flat" cmpd="sng" algn="ctr">
                      <a:solidFill>
                        <a:srgbClr val="DDDDDD"/>
                      </a:solidFill>
                      <a:prstDash val="solid"/>
                      <a:round/>
                      <a:headEnd type="none" w="med" len="med"/>
                      <a:tailEnd type="none" w="med" len="med"/>
                    </a:lnL>
                    <a:lnR w="9525">
                      <a:solidFill>
                        <a:srgbClr val="DDDDDD"/>
                      </a:solidFill>
                      <a:prstDash val="solid"/>
                    </a:lnR>
                    <a:lnT w="9525" cap="flat" cmpd="sng" algn="ctr">
                      <a:solidFill>
                        <a:srgbClr val="DDDDDD"/>
                      </a:solidFill>
                      <a:prstDash val="solid"/>
                      <a:round/>
                      <a:headEnd type="none" w="med" len="med"/>
                      <a:tailEnd type="none" w="med" len="med"/>
                    </a:lnT>
                    <a:lnB w="9525">
                      <a:solidFill>
                        <a:srgbClr val="DDDDDD"/>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Вариант с весами ORG пока не проверяли на Excel">
            <a:extLst>
              <a:ext uri="{FF2B5EF4-FFF2-40B4-BE49-F238E27FC236}">
                <a16:creationId xmlns:a16="http://schemas.microsoft.com/office/drawing/2014/main" id="{97D880A4-E009-4DD7-891E-B983A8B2F0AD}"/>
              </a:ext>
            </a:extLst>
          </p:cNvPr>
          <p:cNvSpPr>
            <a:spLocks noGrp="1"/>
          </p:cNvSpPr>
          <p:nvPr/>
        </p:nvSpPr>
        <p:spPr>
          <a:xfrm>
            <a:off x="638175" y="4676775"/>
            <a:ext cx="7858125" cy="285750"/>
          </a:xfrm>
          <a:prstGeom prst="rect">
            <a:avLst/>
          </a:prstGeom>
          <a:noFill/>
          <a:ln w="0">
            <a:noFill/>
          </a:ln>
        </p:spPr>
        <p:txBody>
          <a:bodyPr wrap="square" lIns="0" tIns="0" rIns="0" bIns="0" anchor="t">
            <a:noAutofit/>
          </a:bodyPr>
          <a:lstStyle>
            <a:defPPr algn="l">
              <a:defRPr sz="1500">
                <a:solidFill>
                  <a:srgbClr val="3F299A"/>
                </a:solidFill>
                <a:latin typeface="Roboto"/>
                <a:ea typeface="Roboto"/>
                <a:cs typeface="Roboto"/>
              </a:defRPr>
            </a:defPPr>
            <a:lvl1pPr algn="l">
              <a:defRPr sz="1500">
                <a:solidFill>
                  <a:srgbClr val="3F299A"/>
                </a:solidFill>
                <a:latin typeface="Roboto"/>
                <a:ea typeface="Roboto"/>
                <a:cs typeface="Roboto"/>
              </a:defRPr>
            </a:lvl1pPr>
            <a:lvl2pPr algn="l">
              <a:defRPr sz="1500">
                <a:solidFill>
                  <a:srgbClr val="3F299A"/>
                </a:solidFill>
                <a:latin typeface="Roboto"/>
                <a:ea typeface="Roboto"/>
                <a:cs typeface="Roboto"/>
              </a:defRPr>
            </a:lvl2pPr>
            <a:lvl3pPr algn="l">
              <a:defRPr sz="1500">
                <a:solidFill>
                  <a:srgbClr val="3F299A"/>
                </a:solidFill>
                <a:latin typeface="Roboto"/>
                <a:ea typeface="Roboto"/>
                <a:cs typeface="Roboto"/>
              </a:defRPr>
            </a:lvl3pPr>
            <a:lvl4pPr algn="l">
              <a:defRPr sz="1500">
                <a:solidFill>
                  <a:srgbClr val="3F299A"/>
                </a:solidFill>
                <a:latin typeface="Roboto"/>
                <a:ea typeface="Roboto"/>
                <a:cs typeface="Roboto"/>
              </a:defRPr>
            </a:lvl4pPr>
            <a:lvl5pPr algn="l">
              <a:defRPr sz="1500">
                <a:solidFill>
                  <a:srgbClr val="3F299A"/>
                </a:solidFill>
                <a:latin typeface="Roboto"/>
                <a:ea typeface="Roboto"/>
                <a:cs typeface="Roboto"/>
              </a:defRPr>
            </a:lvl5pPr>
            <a:lvl6pPr algn="l">
              <a:defRPr sz="1500">
                <a:solidFill>
                  <a:srgbClr val="3F299A"/>
                </a:solidFill>
                <a:latin typeface="Roboto"/>
                <a:ea typeface="Roboto"/>
                <a:cs typeface="Roboto"/>
              </a:defRPr>
            </a:lvl6pPr>
            <a:lvl7pPr algn="l">
              <a:defRPr sz="1500">
                <a:solidFill>
                  <a:srgbClr val="3F299A"/>
                </a:solidFill>
                <a:latin typeface="Roboto"/>
                <a:ea typeface="Roboto"/>
                <a:cs typeface="Roboto"/>
              </a:defRPr>
            </a:lvl7pPr>
            <a:lvl8pPr algn="l">
              <a:defRPr sz="1500">
                <a:solidFill>
                  <a:srgbClr val="3F299A"/>
                </a:solidFill>
                <a:latin typeface="Roboto"/>
                <a:ea typeface="Roboto"/>
                <a:cs typeface="Roboto"/>
              </a:defRPr>
            </a:lvl8pPr>
            <a:lvl9pPr algn="l">
              <a:defRPr sz="1500">
                <a:solidFill>
                  <a:srgbClr val="3F299A"/>
                </a:solidFill>
                <a:latin typeface="Roboto"/>
                <a:ea typeface="Roboto"/>
                <a:cs typeface="Roboto"/>
              </a:defRPr>
            </a:lvl9pPr>
          </a:lstStyle>
          <a:p>
            <a:pPr algn="l">
              <a:defRPr sz="1500">
                <a:solidFill>
                  <a:srgbClr val="3F299A"/>
                </a:solidFill>
                <a:latin typeface="Roboto"/>
                <a:ea typeface="Roboto"/>
                <a:cs typeface="Roboto"/>
              </a:defRPr>
            </a:pPr>
            <a:r>
              <a:rPr sz="1500" dirty="0" err="1">
                <a:solidFill>
                  <a:srgbClr val="3F299A"/>
                </a:solidFill>
                <a:latin typeface="Roboto"/>
                <a:ea typeface="Roboto"/>
                <a:cs typeface="Roboto"/>
              </a:rPr>
              <a:t>Вариант</a:t>
            </a:r>
            <a:r>
              <a:rPr sz="1500" dirty="0">
                <a:solidFill>
                  <a:srgbClr val="3F299A"/>
                </a:solidFill>
                <a:latin typeface="Roboto"/>
                <a:ea typeface="Roboto"/>
                <a:cs typeface="Roboto"/>
              </a:rPr>
              <a:t> </a:t>
            </a:r>
            <a:r>
              <a:rPr sz="1500" dirty="0" err="1">
                <a:solidFill>
                  <a:srgbClr val="3F299A"/>
                </a:solidFill>
                <a:latin typeface="Roboto"/>
                <a:ea typeface="Roboto"/>
                <a:cs typeface="Roboto"/>
              </a:rPr>
              <a:t>с</a:t>
            </a:r>
            <a:r>
              <a:rPr sz="1500" dirty="0">
                <a:solidFill>
                  <a:srgbClr val="3F299A"/>
                </a:solidFill>
                <a:latin typeface="Roboto"/>
                <a:ea typeface="Roboto"/>
                <a:cs typeface="Roboto"/>
              </a:rPr>
              <a:t> </a:t>
            </a:r>
            <a:r>
              <a:rPr sz="1500" dirty="0" err="1">
                <a:solidFill>
                  <a:srgbClr val="3F299A"/>
                </a:solidFill>
                <a:latin typeface="Roboto"/>
                <a:ea typeface="Roboto"/>
                <a:cs typeface="Roboto"/>
              </a:rPr>
              <a:t>весами</a:t>
            </a:r>
            <a:r>
              <a:rPr sz="1500" dirty="0">
                <a:solidFill>
                  <a:srgbClr val="3F299A"/>
                </a:solidFill>
                <a:latin typeface="Roboto"/>
                <a:ea typeface="Roboto"/>
                <a:cs typeface="Roboto"/>
              </a:rPr>
              <a:t> ORG </a:t>
            </a:r>
            <a:r>
              <a:rPr sz="1500" dirty="0" err="1">
                <a:solidFill>
                  <a:srgbClr val="3F299A"/>
                </a:solidFill>
                <a:latin typeface="Roboto"/>
                <a:ea typeface="Roboto"/>
                <a:cs typeface="Roboto"/>
              </a:rPr>
              <a:t>пока</a:t>
            </a:r>
            <a:r>
              <a:rPr sz="1500" dirty="0">
                <a:solidFill>
                  <a:srgbClr val="3F299A"/>
                </a:solidFill>
                <a:latin typeface="Roboto"/>
                <a:ea typeface="Roboto"/>
                <a:cs typeface="Roboto"/>
              </a:rPr>
              <a:t> </a:t>
            </a:r>
            <a:r>
              <a:rPr sz="1500" dirty="0" err="1">
                <a:solidFill>
                  <a:srgbClr val="3F299A"/>
                </a:solidFill>
                <a:latin typeface="Roboto"/>
                <a:ea typeface="Roboto"/>
                <a:cs typeface="Roboto"/>
              </a:rPr>
              <a:t>не</a:t>
            </a:r>
            <a:r>
              <a:rPr sz="1500" dirty="0">
                <a:solidFill>
                  <a:srgbClr val="3F299A"/>
                </a:solidFill>
                <a:latin typeface="Roboto"/>
                <a:ea typeface="Roboto"/>
                <a:cs typeface="Roboto"/>
              </a:rPr>
              <a:t> </a:t>
            </a:r>
            <a:r>
              <a:rPr sz="1500" dirty="0" err="1">
                <a:solidFill>
                  <a:srgbClr val="3F299A"/>
                </a:solidFill>
                <a:latin typeface="Roboto"/>
                <a:ea typeface="Roboto"/>
                <a:cs typeface="Roboto"/>
              </a:rPr>
              <a:t>проверял</a:t>
            </a:r>
            <a:r>
              <a:rPr sz="1500" dirty="0">
                <a:solidFill>
                  <a:srgbClr val="3F299A"/>
                </a:solidFill>
                <a:latin typeface="Roboto"/>
                <a:ea typeface="Roboto"/>
                <a:cs typeface="Roboto"/>
              </a:rPr>
              <a:t> </a:t>
            </a:r>
            <a:r>
              <a:rPr sz="1500" dirty="0" err="1">
                <a:solidFill>
                  <a:srgbClr val="3F299A"/>
                </a:solidFill>
                <a:latin typeface="Roboto"/>
                <a:ea typeface="Roboto"/>
                <a:cs typeface="Roboto"/>
              </a:rPr>
              <a:t>на</a:t>
            </a:r>
            <a:r>
              <a:rPr sz="1500" dirty="0">
                <a:solidFill>
                  <a:srgbClr val="3F299A"/>
                </a:solidFill>
                <a:latin typeface="Roboto"/>
                <a:ea typeface="Roboto"/>
                <a:cs typeface="Roboto"/>
              </a:rPr>
              <a:t> Excel</a:t>
            </a:r>
          </a:p>
        </p:txBody>
      </p:sp>
    </p:spTree>
    <p:extLst>
      <p:ext uri="{BB962C8B-B14F-4D97-AF65-F5344CB8AC3E}">
        <p14:creationId xmlns:p14="http://schemas.microsoft.com/office/powerpoint/2010/main" val="65905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Работа в одном ноутбуке">
            <a:extLst>
              <a:ext uri="{FF2B5EF4-FFF2-40B4-BE49-F238E27FC236}">
                <a16:creationId xmlns:a16="http://schemas.microsoft.com/office/drawing/2014/main" id="{FF4EB52A-C48B-48D3-BEE6-C1357354CCC9}"/>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Работа в одном ноутбуке</a:t>
            </a:r>
          </a:p>
        </p:txBody>
      </p:sp>
      <p:sp>
        <p:nvSpPr>
          <p:cNvPr id="2" name="Excel-выгрузка и разметка остаются на компьютере">
            <a:extLst>
              <a:ext uri="{FF2B5EF4-FFF2-40B4-BE49-F238E27FC236}">
                <a16:creationId xmlns:a16="http://schemas.microsoft.com/office/drawing/2014/main" id="{77710B1C-6A82-4535-B677-515323271DEA}"/>
              </a:ext>
            </a:extLst>
          </p:cNvPr>
          <p:cNvSpPr>
            <a:spLocks noGrp="1"/>
          </p:cNvSpPr>
          <p:nvPr/>
        </p:nvSpPr>
        <p:spPr>
          <a:xfrm>
            <a:off x="666750" y="1323975"/>
            <a:ext cx="7810500" cy="381000"/>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defRPr sz="1875">
                <a:solidFill>
                  <a:srgbClr val="171717"/>
                </a:solidFill>
                <a:latin typeface="Roboto"/>
                <a:ea typeface="Roboto"/>
                <a:cs typeface="Roboto"/>
              </a:defRPr>
            </a:lvl1pPr>
            <a:lvl2pPr algn="l">
              <a:defRPr sz="1875">
                <a:solidFill>
                  <a:srgbClr val="171717"/>
                </a:solidFill>
                <a:latin typeface="Roboto"/>
                <a:ea typeface="Roboto"/>
                <a:cs typeface="Roboto"/>
              </a:defRPr>
            </a:lvl2pPr>
            <a:lvl3pPr algn="l">
              <a:defRPr sz="1875">
                <a:solidFill>
                  <a:srgbClr val="171717"/>
                </a:solidFill>
                <a:latin typeface="Roboto"/>
                <a:ea typeface="Roboto"/>
                <a:cs typeface="Roboto"/>
              </a:defRPr>
            </a:lvl3pPr>
            <a:lvl4pPr algn="l">
              <a:defRPr sz="1875">
                <a:solidFill>
                  <a:srgbClr val="171717"/>
                </a:solidFill>
                <a:latin typeface="Roboto"/>
                <a:ea typeface="Roboto"/>
                <a:cs typeface="Roboto"/>
              </a:defRPr>
            </a:lvl4pPr>
            <a:lvl5pPr algn="l">
              <a:defRPr sz="1875">
                <a:solidFill>
                  <a:srgbClr val="171717"/>
                </a:solidFill>
                <a:latin typeface="Roboto"/>
                <a:ea typeface="Roboto"/>
                <a:cs typeface="Roboto"/>
              </a:defRPr>
            </a:lvl5pPr>
            <a:lvl6pPr algn="l">
              <a:defRPr sz="1875">
                <a:solidFill>
                  <a:srgbClr val="171717"/>
                </a:solidFill>
                <a:latin typeface="Roboto"/>
                <a:ea typeface="Roboto"/>
                <a:cs typeface="Roboto"/>
              </a:defRPr>
            </a:lvl6pPr>
            <a:lvl7pPr algn="l">
              <a:defRPr sz="1875">
                <a:solidFill>
                  <a:srgbClr val="171717"/>
                </a:solidFill>
                <a:latin typeface="Roboto"/>
                <a:ea typeface="Roboto"/>
                <a:cs typeface="Roboto"/>
              </a:defRPr>
            </a:lvl7pPr>
            <a:lvl8pPr algn="l">
              <a:defRPr sz="1875">
                <a:solidFill>
                  <a:srgbClr val="171717"/>
                </a:solidFill>
                <a:latin typeface="Roboto"/>
                <a:ea typeface="Roboto"/>
                <a:cs typeface="Roboto"/>
              </a:defRPr>
            </a:lvl8pPr>
            <a:lvl9pPr algn="l">
              <a:defRPr sz="1875">
                <a:solidFill>
                  <a:srgbClr val="171717"/>
                </a:solidFill>
                <a:latin typeface="Roboto"/>
                <a:ea typeface="Roboto"/>
                <a:cs typeface="Roboto"/>
              </a:defRPr>
            </a:lvl9pPr>
          </a:lstStyle>
          <a:p>
            <a:pPr algn="l">
              <a:defRPr sz="1875">
                <a:solidFill>
                  <a:srgbClr val="171717"/>
                </a:solidFill>
                <a:latin typeface="Roboto"/>
                <a:ea typeface="Roboto"/>
                <a:cs typeface="Roboto"/>
              </a:defRPr>
            </a:pPr>
            <a:r>
              <a:rPr sz="1875">
                <a:solidFill>
                  <a:srgbClr val="171717"/>
                </a:solidFill>
                <a:latin typeface="Roboto"/>
                <a:ea typeface="Roboto"/>
                <a:cs typeface="Roboto"/>
              </a:rPr>
              <a:t>Excel-выгрузка и разметка остаются на компьютере</a:t>
            </a:r>
          </a:p>
        </p:txBody>
      </p:sp>
      <p:sp>
        <p:nvSpPr>
          <p:cNvPr id="3" name="RUN_EXCEL = True&#10;TRAIN_EXCEL = True&#10;SEARCH_PARAMS = False&#10;RU">
            <a:extLst>
              <a:ext uri="{FF2B5EF4-FFF2-40B4-BE49-F238E27FC236}">
                <a16:creationId xmlns:a16="http://schemas.microsoft.com/office/drawing/2014/main" id="{F9567189-1B78-461D-B179-94C2668795F8}"/>
              </a:ext>
            </a:extLst>
          </p:cNvPr>
          <p:cNvSpPr>
            <a:spLocks noGrp="1"/>
          </p:cNvSpPr>
          <p:nvPr/>
        </p:nvSpPr>
        <p:spPr>
          <a:xfrm>
            <a:off x="857250" y="2047875"/>
            <a:ext cx="7429500" cy="1428750"/>
          </a:xfrm>
          <a:prstGeom prst="rect">
            <a:avLst/>
          </a:prstGeom>
          <a:noFill/>
          <a:ln w="0">
            <a:noFill/>
          </a:ln>
        </p:spPr>
        <p:txBody>
          <a:bodyPr wrap="square" lIns="0" tIns="0" rIns="0" bIns="0" anchor="t">
            <a:noAutofit/>
          </a:bodyPr>
          <a:lstStyle>
            <a:defPPr algn="l">
              <a:defRPr sz="1875">
                <a:solidFill>
                  <a:srgbClr val="171717"/>
                </a:solidFill>
                <a:latin typeface="Courier New"/>
                <a:ea typeface="Courier New"/>
                <a:cs typeface="Courier New"/>
              </a:defRPr>
            </a:defPPr>
            <a:lvl1pPr algn="l">
              <a:defRPr sz="1875">
                <a:solidFill>
                  <a:srgbClr val="171717"/>
                </a:solidFill>
                <a:latin typeface="Courier New"/>
                <a:ea typeface="Courier New"/>
                <a:cs typeface="Courier New"/>
              </a:defRPr>
            </a:lvl1pPr>
            <a:lvl2pPr algn="l">
              <a:defRPr sz="1875">
                <a:solidFill>
                  <a:srgbClr val="171717"/>
                </a:solidFill>
                <a:latin typeface="Courier New"/>
                <a:ea typeface="Courier New"/>
                <a:cs typeface="Courier New"/>
              </a:defRPr>
            </a:lvl2pPr>
            <a:lvl3pPr algn="l">
              <a:defRPr sz="1875">
                <a:solidFill>
                  <a:srgbClr val="171717"/>
                </a:solidFill>
                <a:latin typeface="Courier New"/>
                <a:ea typeface="Courier New"/>
                <a:cs typeface="Courier New"/>
              </a:defRPr>
            </a:lvl3pPr>
            <a:lvl4pPr algn="l">
              <a:defRPr sz="1875">
                <a:solidFill>
                  <a:srgbClr val="171717"/>
                </a:solidFill>
                <a:latin typeface="Courier New"/>
                <a:ea typeface="Courier New"/>
                <a:cs typeface="Courier New"/>
              </a:defRPr>
            </a:lvl4pPr>
            <a:lvl5pPr algn="l">
              <a:defRPr sz="1875">
                <a:solidFill>
                  <a:srgbClr val="171717"/>
                </a:solidFill>
                <a:latin typeface="Courier New"/>
                <a:ea typeface="Courier New"/>
                <a:cs typeface="Courier New"/>
              </a:defRPr>
            </a:lvl5pPr>
            <a:lvl6pPr algn="l">
              <a:defRPr sz="1875">
                <a:solidFill>
                  <a:srgbClr val="171717"/>
                </a:solidFill>
                <a:latin typeface="Courier New"/>
                <a:ea typeface="Courier New"/>
                <a:cs typeface="Courier New"/>
              </a:defRPr>
            </a:lvl6pPr>
            <a:lvl7pPr algn="l">
              <a:defRPr sz="1875">
                <a:solidFill>
                  <a:srgbClr val="171717"/>
                </a:solidFill>
                <a:latin typeface="Courier New"/>
                <a:ea typeface="Courier New"/>
                <a:cs typeface="Courier New"/>
              </a:defRPr>
            </a:lvl7pPr>
            <a:lvl8pPr algn="l">
              <a:defRPr sz="1875">
                <a:solidFill>
                  <a:srgbClr val="171717"/>
                </a:solidFill>
                <a:latin typeface="Courier New"/>
                <a:ea typeface="Courier New"/>
                <a:cs typeface="Courier New"/>
              </a:defRPr>
            </a:lvl8pPr>
            <a:lvl9pPr algn="l">
              <a:defRPr sz="1875">
                <a:solidFill>
                  <a:srgbClr val="171717"/>
                </a:solidFill>
                <a:latin typeface="Courier New"/>
                <a:ea typeface="Courier New"/>
                <a:cs typeface="Courier New"/>
              </a:defRPr>
            </a:lvl9pPr>
          </a:lstStyle>
          <a:p>
            <a:pPr algn="l">
              <a:defRPr sz="1875">
                <a:solidFill>
                  <a:srgbClr val="171717"/>
                </a:solidFill>
                <a:latin typeface="Courier New"/>
                <a:ea typeface="Courier New"/>
                <a:cs typeface="Courier New"/>
              </a:defRPr>
            </a:pPr>
            <a:r>
              <a:rPr sz="1875">
                <a:solidFill>
                  <a:srgbClr val="171717"/>
                </a:solidFill>
                <a:latin typeface="Courier New"/>
                <a:ea typeface="Courier New"/>
                <a:cs typeface="Courier New"/>
              </a:rPr>
              <a:t>RUN_EXCEL = True</a:t>
            </a:r>
          </a:p>
          <a:p>
            <a:pPr algn="l">
              <a:defRPr sz="1875">
                <a:solidFill>
                  <a:srgbClr val="171717"/>
                </a:solidFill>
                <a:latin typeface="Courier New"/>
                <a:ea typeface="Courier New"/>
                <a:cs typeface="Courier New"/>
              </a:defRPr>
            </a:pPr>
            <a:r>
              <a:rPr sz="1875">
                <a:solidFill>
                  <a:srgbClr val="171717"/>
                </a:solidFill>
                <a:latin typeface="Courier New"/>
                <a:ea typeface="Courier New"/>
                <a:cs typeface="Courier New"/>
              </a:rPr>
              <a:t>TRAIN_EXCEL = True</a:t>
            </a:r>
          </a:p>
          <a:p>
            <a:pPr algn="l">
              <a:defRPr sz="1875">
                <a:solidFill>
                  <a:srgbClr val="171717"/>
                </a:solidFill>
                <a:latin typeface="Courier New"/>
                <a:ea typeface="Courier New"/>
                <a:cs typeface="Courier New"/>
              </a:defRPr>
            </a:pPr>
            <a:r>
              <a:rPr sz="1875">
                <a:solidFill>
                  <a:srgbClr val="171717"/>
                </a:solidFill>
                <a:latin typeface="Courier New"/>
                <a:ea typeface="Courier New"/>
                <a:cs typeface="Courier New"/>
              </a:rPr>
              <a:t>SEARCH_PARAMS = False</a:t>
            </a:r>
          </a:p>
          <a:p>
            <a:pPr algn="l">
              <a:defRPr sz="1875">
                <a:solidFill>
                  <a:srgbClr val="171717"/>
                </a:solidFill>
                <a:latin typeface="Courier New"/>
                <a:ea typeface="Courier New"/>
                <a:cs typeface="Courier New"/>
              </a:defRPr>
            </a:pPr>
            <a:r>
              <a:rPr sz="1875">
                <a:solidFill>
                  <a:srgbClr val="171717"/>
                </a:solidFill>
                <a:latin typeface="Courier New"/>
                <a:ea typeface="Courier New"/>
                <a:cs typeface="Courier New"/>
              </a:rPr>
              <a:t>RUN_TEST = False</a:t>
            </a:r>
          </a:p>
        </p:txBody>
      </p:sp>
      <p:sp>
        <p:nvSpPr>
          <p:cNvPr id="4" name="Метрики и графики в ячейках. Сохраняются веса модели.">
            <a:extLst>
              <a:ext uri="{FF2B5EF4-FFF2-40B4-BE49-F238E27FC236}">
                <a16:creationId xmlns:a16="http://schemas.microsoft.com/office/drawing/2014/main" id="{AA1CB550-3CA9-4D67-906E-5D02AB528F72}"/>
              </a:ext>
            </a:extLst>
          </p:cNvPr>
          <p:cNvSpPr>
            <a:spLocks noGrp="1"/>
          </p:cNvSpPr>
          <p:nvPr/>
        </p:nvSpPr>
        <p:spPr>
          <a:xfrm>
            <a:off x="666750" y="3743325"/>
            <a:ext cx="7810500" cy="381000"/>
          </a:xfrm>
          <a:prstGeom prst="rect">
            <a:avLst/>
          </a:prstGeom>
          <a:noFill/>
          <a:ln w="0">
            <a:noFill/>
          </a:ln>
        </p:spPr>
        <p:txBody>
          <a:bodyPr wrap="square" lIns="0" tIns="0" rIns="0" bIns="0" anchor="t">
            <a:noAutofit/>
          </a:bodyPr>
          <a:lstStyle>
            <a:defPPr algn="l">
              <a:defRPr sz="1725">
                <a:solidFill>
                  <a:srgbClr val="171717"/>
                </a:solidFill>
                <a:latin typeface="Roboto"/>
                <a:ea typeface="Roboto"/>
                <a:cs typeface="Roboto"/>
              </a:defRPr>
            </a:defPPr>
            <a:lvl1pPr algn="l">
              <a:defRPr sz="1725">
                <a:solidFill>
                  <a:srgbClr val="171717"/>
                </a:solidFill>
                <a:latin typeface="Roboto"/>
                <a:ea typeface="Roboto"/>
                <a:cs typeface="Roboto"/>
              </a:defRPr>
            </a:lvl1pPr>
            <a:lvl2pPr algn="l">
              <a:defRPr sz="1725">
                <a:solidFill>
                  <a:srgbClr val="171717"/>
                </a:solidFill>
                <a:latin typeface="Roboto"/>
                <a:ea typeface="Roboto"/>
                <a:cs typeface="Roboto"/>
              </a:defRPr>
            </a:lvl2pPr>
            <a:lvl3pPr algn="l">
              <a:defRPr sz="1725">
                <a:solidFill>
                  <a:srgbClr val="171717"/>
                </a:solidFill>
                <a:latin typeface="Roboto"/>
                <a:ea typeface="Roboto"/>
                <a:cs typeface="Roboto"/>
              </a:defRPr>
            </a:lvl3pPr>
            <a:lvl4pPr algn="l">
              <a:defRPr sz="1725">
                <a:solidFill>
                  <a:srgbClr val="171717"/>
                </a:solidFill>
                <a:latin typeface="Roboto"/>
                <a:ea typeface="Roboto"/>
                <a:cs typeface="Roboto"/>
              </a:defRPr>
            </a:lvl4pPr>
            <a:lvl5pPr algn="l">
              <a:defRPr sz="1725">
                <a:solidFill>
                  <a:srgbClr val="171717"/>
                </a:solidFill>
                <a:latin typeface="Roboto"/>
                <a:ea typeface="Roboto"/>
                <a:cs typeface="Roboto"/>
              </a:defRPr>
            </a:lvl5pPr>
            <a:lvl6pPr algn="l">
              <a:defRPr sz="1725">
                <a:solidFill>
                  <a:srgbClr val="171717"/>
                </a:solidFill>
                <a:latin typeface="Roboto"/>
                <a:ea typeface="Roboto"/>
                <a:cs typeface="Roboto"/>
              </a:defRPr>
            </a:lvl6pPr>
            <a:lvl7pPr algn="l">
              <a:defRPr sz="1725">
                <a:solidFill>
                  <a:srgbClr val="171717"/>
                </a:solidFill>
                <a:latin typeface="Roboto"/>
                <a:ea typeface="Roboto"/>
                <a:cs typeface="Roboto"/>
              </a:defRPr>
            </a:lvl7pPr>
            <a:lvl8pPr algn="l">
              <a:defRPr sz="1725">
                <a:solidFill>
                  <a:srgbClr val="171717"/>
                </a:solidFill>
                <a:latin typeface="Roboto"/>
                <a:ea typeface="Roboto"/>
                <a:cs typeface="Roboto"/>
              </a:defRPr>
            </a:lvl8pPr>
            <a:lvl9pPr algn="l">
              <a:defRPr sz="1725">
                <a:solidFill>
                  <a:srgbClr val="171717"/>
                </a:solidFill>
                <a:latin typeface="Roboto"/>
                <a:ea typeface="Roboto"/>
                <a:cs typeface="Roboto"/>
              </a:defRPr>
            </a:lvl9pPr>
          </a:lstStyle>
          <a:p>
            <a:pPr algn="l">
              <a:defRPr sz="1725">
                <a:solidFill>
                  <a:srgbClr val="171717"/>
                </a:solidFill>
                <a:latin typeface="Roboto"/>
                <a:ea typeface="Roboto"/>
                <a:cs typeface="Roboto"/>
              </a:defRPr>
            </a:pPr>
            <a:r>
              <a:rPr sz="1725">
                <a:solidFill>
                  <a:srgbClr val="171717"/>
                </a:solidFill>
                <a:latin typeface="Roboto"/>
                <a:ea typeface="Roboto"/>
                <a:cs typeface="Roboto"/>
              </a:rPr>
              <a:t>Метрики и графики в ячейках. Сохраняются веса модели.</a:t>
            </a:r>
          </a:p>
        </p:txBody>
      </p:sp>
      <p:sp>
        <p:nvSpPr>
          <p:cNvPr id="5" name="Маскировка создаёт новый Excel-файл">
            <a:extLst>
              <a:ext uri="{FF2B5EF4-FFF2-40B4-BE49-F238E27FC236}">
                <a16:creationId xmlns:a16="http://schemas.microsoft.com/office/drawing/2014/main" id="{29E3B75B-5626-4A25-960F-D740ED95339E}"/>
              </a:ext>
            </a:extLst>
          </p:cNvPr>
          <p:cNvSpPr>
            <a:spLocks noGrp="1"/>
          </p:cNvSpPr>
          <p:nvPr/>
        </p:nvSpPr>
        <p:spPr>
          <a:xfrm>
            <a:off x="666750" y="4267200"/>
            <a:ext cx="7810500" cy="333375"/>
          </a:xfrm>
          <a:prstGeom prst="rect">
            <a:avLst/>
          </a:prstGeom>
          <a:noFill/>
          <a:ln w="0">
            <a:noFill/>
          </a:ln>
        </p:spPr>
        <p:txBody>
          <a:bodyPr wrap="square" lIns="0" tIns="0" rIns="0" bIns="0" anchor="t">
            <a:noAutofit/>
          </a:bodyPr>
          <a:lstStyle>
            <a:defPPr algn="l">
              <a:defRPr sz="1800" b="1">
                <a:solidFill>
                  <a:srgbClr val="3F299A"/>
                </a:solidFill>
                <a:latin typeface="Roboto"/>
                <a:ea typeface="Roboto"/>
                <a:cs typeface="Roboto"/>
              </a:defRPr>
            </a:defPPr>
            <a:lvl1pPr algn="l">
              <a:defRPr sz="1800" b="1">
                <a:solidFill>
                  <a:srgbClr val="3F299A"/>
                </a:solidFill>
                <a:latin typeface="Roboto"/>
                <a:ea typeface="Roboto"/>
                <a:cs typeface="Roboto"/>
              </a:defRPr>
            </a:lvl1pPr>
            <a:lvl2pPr algn="l">
              <a:defRPr sz="1800" b="1">
                <a:solidFill>
                  <a:srgbClr val="3F299A"/>
                </a:solidFill>
                <a:latin typeface="Roboto"/>
                <a:ea typeface="Roboto"/>
                <a:cs typeface="Roboto"/>
              </a:defRPr>
            </a:lvl2pPr>
            <a:lvl3pPr algn="l">
              <a:defRPr sz="1800" b="1">
                <a:solidFill>
                  <a:srgbClr val="3F299A"/>
                </a:solidFill>
                <a:latin typeface="Roboto"/>
                <a:ea typeface="Roboto"/>
                <a:cs typeface="Roboto"/>
              </a:defRPr>
            </a:lvl3pPr>
            <a:lvl4pPr algn="l">
              <a:defRPr sz="1800" b="1">
                <a:solidFill>
                  <a:srgbClr val="3F299A"/>
                </a:solidFill>
                <a:latin typeface="Roboto"/>
                <a:ea typeface="Roboto"/>
                <a:cs typeface="Roboto"/>
              </a:defRPr>
            </a:lvl4pPr>
            <a:lvl5pPr algn="l">
              <a:defRPr sz="1800" b="1">
                <a:solidFill>
                  <a:srgbClr val="3F299A"/>
                </a:solidFill>
                <a:latin typeface="Roboto"/>
                <a:ea typeface="Roboto"/>
                <a:cs typeface="Roboto"/>
              </a:defRPr>
            </a:lvl5pPr>
            <a:lvl6pPr algn="l">
              <a:defRPr sz="1800" b="1">
                <a:solidFill>
                  <a:srgbClr val="3F299A"/>
                </a:solidFill>
                <a:latin typeface="Roboto"/>
                <a:ea typeface="Roboto"/>
                <a:cs typeface="Roboto"/>
              </a:defRPr>
            </a:lvl6pPr>
            <a:lvl7pPr algn="l">
              <a:defRPr sz="1800" b="1">
                <a:solidFill>
                  <a:srgbClr val="3F299A"/>
                </a:solidFill>
                <a:latin typeface="Roboto"/>
                <a:ea typeface="Roboto"/>
                <a:cs typeface="Roboto"/>
              </a:defRPr>
            </a:lvl7pPr>
            <a:lvl8pPr algn="l">
              <a:defRPr sz="1800" b="1">
                <a:solidFill>
                  <a:srgbClr val="3F299A"/>
                </a:solidFill>
                <a:latin typeface="Roboto"/>
                <a:ea typeface="Roboto"/>
                <a:cs typeface="Roboto"/>
              </a:defRPr>
            </a:lvl8pPr>
            <a:lvl9pPr algn="l">
              <a:defRPr sz="1800" b="1">
                <a:solidFill>
                  <a:srgbClr val="3F299A"/>
                </a:solidFill>
                <a:latin typeface="Roboto"/>
                <a:ea typeface="Roboto"/>
                <a:cs typeface="Roboto"/>
              </a:defRPr>
            </a:lvl9pPr>
          </a:lstStyle>
          <a:p>
            <a:pPr algn="l">
              <a:defRPr sz="1800" b="1">
                <a:solidFill>
                  <a:srgbClr val="3F299A"/>
                </a:solidFill>
                <a:latin typeface="Roboto"/>
                <a:ea typeface="Roboto"/>
                <a:cs typeface="Roboto"/>
              </a:defRPr>
            </a:pPr>
            <a:r>
              <a:rPr sz="1800" b="1">
                <a:solidFill>
                  <a:srgbClr val="3F299A"/>
                </a:solidFill>
                <a:latin typeface="Roboto"/>
                <a:ea typeface="Roboto"/>
                <a:cs typeface="Roboto"/>
              </a:rPr>
              <a:t>Маскировка создаёт новый Excel-файл</a:t>
            </a:r>
          </a:p>
        </p:txBody>
      </p:sp>
      <p:sp>
        <p:nvSpPr>
          <p:cNvPr id="6" name="Формулы заменяются на [ФОРМУЛА], оформление не переносится">
            <a:extLst>
              <a:ext uri="{FF2B5EF4-FFF2-40B4-BE49-F238E27FC236}">
                <a16:creationId xmlns:a16="http://schemas.microsoft.com/office/drawing/2014/main" id="{2BE64297-F547-4B05-976E-32E27713DE6B}"/>
              </a:ext>
            </a:extLst>
          </p:cNvPr>
          <p:cNvSpPr>
            <a:spLocks noGrp="1"/>
          </p:cNvSpPr>
          <p:nvPr/>
        </p:nvSpPr>
        <p:spPr>
          <a:xfrm>
            <a:off x="666750" y="4676775"/>
            <a:ext cx="7810500" cy="285750"/>
          </a:xfrm>
          <a:prstGeom prst="rect">
            <a:avLst/>
          </a:prstGeom>
          <a:noFill/>
          <a:ln w="0">
            <a:noFill/>
          </a:ln>
        </p:spPr>
        <p:txBody>
          <a:bodyPr wrap="square" lIns="0" tIns="0" rIns="0" bIns="0" anchor="t">
            <a:noAutofit/>
          </a:bodyPr>
          <a:lstStyle>
            <a:defPPr algn="l">
              <a:defRPr sz="1425">
                <a:solidFill>
                  <a:srgbClr val="171717"/>
                </a:solidFill>
                <a:latin typeface="Roboto"/>
                <a:ea typeface="Roboto"/>
                <a:cs typeface="Roboto"/>
              </a:defRPr>
            </a:defPPr>
            <a:lvl1pPr algn="l">
              <a:defRPr sz="1425">
                <a:solidFill>
                  <a:srgbClr val="171717"/>
                </a:solidFill>
                <a:latin typeface="Roboto"/>
                <a:ea typeface="Roboto"/>
                <a:cs typeface="Roboto"/>
              </a:defRPr>
            </a:lvl1pPr>
            <a:lvl2pPr algn="l">
              <a:defRPr sz="1425">
                <a:solidFill>
                  <a:srgbClr val="171717"/>
                </a:solidFill>
                <a:latin typeface="Roboto"/>
                <a:ea typeface="Roboto"/>
                <a:cs typeface="Roboto"/>
              </a:defRPr>
            </a:lvl2pPr>
            <a:lvl3pPr algn="l">
              <a:defRPr sz="1425">
                <a:solidFill>
                  <a:srgbClr val="171717"/>
                </a:solidFill>
                <a:latin typeface="Roboto"/>
                <a:ea typeface="Roboto"/>
                <a:cs typeface="Roboto"/>
              </a:defRPr>
            </a:lvl3pPr>
            <a:lvl4pPr algn="l">
              <a:defRPr sz="1425">
                <a:solidFill>
                  <a:srgbClr val="171717"/>
                </a:solidFill>
                <a:latin typeface="Roboto"/>
                <a:ea typeface="Roboto"/>
                <a:cs typeface="Roboto"/>
              </a:defRPr>
            </a:lvl4pPr>
            <a:lvl5pPr algn="l">
              <a:defRPr sz="1425">
                <a:solidFill>
                  <a:srgbClr val="171717"/>
                </a:solidFill>
                <a:latin typeface="Roboto"/>
                <a:ea typeface="Roboto"/>
                <a:cs typeface="Roboto"/>
              </a:defRPr>
            </a:lvl5pPr>
            <a:lvl6pPr algn="l">
              <a:defRPr sz="1425">
                <a:solidFill>
                  <a:srgbClr val="171717"/>
                </a:solidFill>
                <a:latin typeface="Roboto"/>
                <a:ea typeface="Roboto"/>
                <a:cs typeface="Roboto"/>
              </a:defRPr>
            </a:lvl6pPr>
            <a:lvl7pPr algn="l">
              <a:defRPr sz="1425">
                <a:solidFill>
                  <a:srgbClr val="171717"/>
                </a:solidFill>
                <a:latin typeface="Roboto"/>
                <a:ea typeface="Roboto"/>
                <a:cs typeface="Roboto"/>
              </a:defRPr>
            </a:lvl7pPr>
            <a:lvl8pPr algn="l">
              <a:defRPr sz="1425">
                <a:solidFill>
                  <a:srgbClr val="171717"/>
                </a:solidFill>
                <a:latin typeface="Roboto"/>
                <a:ea typeface="Roboto"/>
                <a:cs typeface="Roboto"/>
              </a:defRPr>
            </a:lvl8pPr>
            <a:lvl9pPr algn="l">
              <a:defRPr sz="1425">
                <a:solidFill>
                  <a:srgbClr val="171717"/>
                </a:solidFill>
                <a:latin typeface="Roboto"/>
                <a:ea typeface="Roboto"/>
                <a:cs typeface="Roboto"/>
              </a:defRPr>
            </a:lvl9pPr>
          </a:lstStyle>
          <a:p>
            <a:pPr algn="l">
              <a:defRPr sz="1425">
                <a:solidFill>
                  <a:srgbClr val="171717"/>
                </a:solidFill>
                <a:latin typeface="Roboto"/>
                <a:ea typeface="Roboto"/>
                <a:cs typeface="Roboto"/>
              </a:defRPr>
            </a:pPr>
            <a:r>
              <a:rPr sz="1425" dirty="0">
                <a:solidFill>
                  <a:srgbClr val="171717"/>
                </a:solidFill>
                <a:latin typeface="Roboto"/>
                <a:ea typeface="Roboto"/>
                <a:cs typeface="Roboto"/>
              </a:rPr>
              <a:t>Формулы </a:t>
            </a:r>
            <a:r>
              <a:rPr sz="1425" dirty="0" err="1">
                <a:solidFill>
                  <a:srgbClr val="171717"/>
                </a:solidFill>
                <a:latin typeface="Roboto"/>
                <a:ea typeface="Roboto"/>
                <a:cs typeface="Roboto"/>
              </a:rPr>
              <a:t>заменяются</a:t>
            </a:r>
            <a:r>
              <a:rPr sz="1425" dirty="0">
                <a:solidFill>
                  <a:srgbClr val="171717"/>
                </a:solidFill>
                <a:latin typeface="Roboto"/>
                <a:ea typeface="Roboto"/>
                <a:cs typeface="Roboto"/>
              </a:rPr>
              <a:t> </a:t>
            </a:r>
            <a:r>
              <a:rPr sz="1425" dirty="0" err="1">
                <a:solidFill>
                  <a:srgbClr val="171717"/>
                </a:solidFill>
                <a:latin typeface="Roboto"/>
                <a:ea typeface="Roboto"/>
                <a:cs typeface="Roboto"/>
              </a:rPr>
              <a:t>на</a:t>
            </a:r>
            <a:r>
              <a:rPr sz="1425" dirty="0">
                <a:solidFill>
                  <a:srgbClr val="171717"/>
                </a:solidFill>
                <a:latin typeface="Roboto"/>
                <a:ea typeface="Roboto"/>
                <a:cs typeface="Roboto"/>
              </a:rPr>
              <a:t> [ФОРМУЛА], </a:t>
            </a:r>
            <a:r>
              <a:rPr sz="1425" dirty="0" err="1">
                <a:solidFill>
                  <a:srgbClr val="171717"/>
                </a:solidFill>
                <a:latin typeface="Roboto"/>
                <a:ea typeface="Roboto"/>
                <a:cs typeface="Roboto"/>
              </a:rPr>
              <a:t>оформление</a:t>
            </a:r>
            <a:r>
              <a:rPr sz="1425" dirty="0">
                <a:solidFill>
                  <a:srgbClr val="171717"/>
                </a:solidFill>
                <a:latin typeface="Roboto"/>
                <a:ea typeface="Roboto"/>
                <a:cs typeface="Roboto"/>
              </a:rPr>
              <a:t> </a:t>
            </a:r>
            <a:r>
              <a:rPr sz="1425" dirty="0" err="1">
                <a:solidFill>
                  <a:srgbClr val="171717"/>
                </a:solidFill>
                <a:latin typeface="Roboto"/>
                <a:ea typeface="Roboto"/>
                <a:cs typeface="Roboto"/>
              </a:rPr>
              <a:t>не</a:t>
            </a:r>
            <a:r>
              <a:rPr sz="1425" dirty="0">
                <a:solidFill>
                  <a:srgbClr val="171717"/>
                </a:solidFill>
                <a:latin typeface="Roboto"/>
                <a:ea typeface="Roboto"/>
                <a:cs typeface="Roboto"/>
              </a:rPr>
              <a:t> </a:t>
            </a:r>
            <a:r>
              <a:rPr sz="1425" dirty="0" err="1">
                <a:solidFill>
                  <a:srgbClr val="171717"/>
                </a:solidFill>
                <a:latin typeface="Roboto"/>
                <a:ea typeface="Roboto"/>
                <a:cs typeface="Roboto"/>
              </a:rPr>
              <a:t>переносится</a:t>
            </a:r>
            <a:endParaRPr sz="1425" dirty="0">
              <a:solidFill>
                <a:srgbClr val="171717"/>
              </a:solidFill>
              <a:latin typeface="Roboto"/>
              <a:ea typeface="Roboto"/>
              <a:cs typeface="Roboto"/>
            </a:endParaRPr>
          </a:p>
        </p:txBody>
      </p:sp>
    </p:spTree>
    <p:extLst>
      <p:ext uri="{BB962C8B-B14F-4D97-AF65-F5344CB8AC3E}">
        <p14:creationId xmlns:p14="http://schemas.microsoft.com/office/powerpoint/2010/main" val="1820388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оверка следующих улучшений">
            <a:extLst>
              <a:ext uri="{FF2B5EF4-FFF2-40B4-BE49-F238E27FC236}">
                <a16:creationId xmlns:a16="http://schemas.microsoft.com/office/drawing/2014/main" id="{8633C363-C9E9-479F-8D23-1408B20BFAAE}"/>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Проверка следующих улучшений</a:t>
            </a:r>
          </a:p>
        </p:txBody>
      </p:sp>
      <p:sp>
        <p:nvSpPr>
          <p:cNvPr id="2" name="1.">
            <a:extLst>
              <a:ext uri="{FF2B5EF4-FFF2-40B4-BE49-F238E27FC236}">
                <a16:creationId xmlns:a16="http://schemas.microsoft.com/office/drawing/2014/main" id="{D6204243-3A4C-4285-844A-510A67888F4F}"/>
              </a:ext>
            </a:extLst>
          </p:cNvPr>
          <p:cNvSpPr>
            <a:spLocks noGrp="1"/>
          </p:cNvSpPr>
          <p:nvPr/>
        </p:nvSpPr>
        <p:spPr>
          <a:xfrm>
            <a:off x="838200" y="1504950"/>
            <a:ext cx="381000" cy="676275"/>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defRPr sz="1725" b="1">
                <a:solidFill>
                  <a:srgbClr val="3F299A"/>
                </a:solidFill>
                <a:latin typeface="Roboto"/>
                <a:ea typeface="Roboto"/>
                <a:cs typeface="Roboto"/>
              </a:defRPr>
            </a:lvl1pPr>
            <a:lvl2pPr algn="l">
              <a:defRPr sz="1725" b="1">
                <a:solidFill>
                  <a:srgbClr val="3F299A"/>
                </a:solidFill>
                <a:latin typeface="Roboto"/>
                <a:ea typeface="Roboto"/>
                <a:cs typeface="Roboto"/>
              </a:defRPr>
            </a:lvl2pPr>
            <a:lvl3pPr algn="l">
              <a:defRPr sz="1725" b="1">
                <a:solidFill>
                  <a:srgbClr val="3F299A"/>
                </a:solidFill>
                <a:latin typeface="Roboto"/>
                <a:ea typeface="Roboto"/>
                <a:cs typeface="Roboto"/>
              </a:defRPr>
            </a:lvl3pPr>
            <a:lvl4pPr algn="l">
              <a:defRPr sz="1725" b="1">
                <a:solidFill>
                  <a:srgbClr val="3F299A"/>
                </a:solidFill>
                <a:latin typeface="Roboto"/>
                <a:ea typeface="Roboto"/>
                <a:cs typeface="Roboto"/>
              </a:defRPr>
            </a:lvl4pPr>
            <a:lvl5pPr algn="l">
              <a:defRPr sz="1725" b="1">
                <a:solidFill>
                  <a:srgbClr val="3F299A"/>
                </a:solidFill>
                <a:latin typeface="Roboto"/>
                <a:ea typeface="Roboto"/>
                <a:cs typeface="Roboto"/>
              </a:defRPr>
            </a:lvl5pPr>
            <a:lvl6pPr algn="l">
              <a:defRPr sz="1725" b="1">
                <a:solidFill>
                  <a:srgbClr val="3F299A"/>
                </a:solidFill>
                <a:latin typeface="Roboto"/>
                <a:ea typeface="Roboto"/>
                <a:cs typeface="Roboto"/>
              </a:defRPr>
            </a:lvl6pPr>
            <a:lvl7pPr algn="l">
              <a:defRPr sz="1725" b="1">
                <a:solidFill>
                  <a:srgbClr val="3F299A"/>
                </a:solidFill>
                <a:latin typeface="Roboto"/>
                <a:ea typeface="Roboto"/>
                <a:cs typeface="Roboto"/>
              </a:defRPr>
            </a:lvl7pPr>
            <a:lvl8pPr algn="l">
              <a:defRPr sz="1725" b="1">
                <a:solidFill>
                  <a:srgbClr val="3F299A"/>
                </a:solidFill>
                <a:latin typeface="Roboto"/>
                <a:ea typeface="Roboto"/>
                <a:cs typeface="Roboto"/>
              </a:defRPr>
            </a:lvl8pPr>
            <a:lvl9pPr algn="l">
              <a:defRPr sz="1725" b="1">
                <a:solidFill>
                  <a:srgbClr val="3F299A"/>
                </a:solidFill>
                <a:latin typeface="Roboto"/>
                <a:ea typeface="Roboto"/>
                <a:cs typeface="Roboto"/>
              </a:defRPr>
            </a:lvl9pPr>
          </a:lstStyle>
          <a:p>
            <a:pPr algn="l">
              <a:defRPr sz="1725" b="1">
                <a:solidFill>
                  <a:srgbClr val="3F299A"/>
                </a:solidFill>
                <a:latin typeface="Roboto"/>
                <a:ea typeface="Roboto"/>
                <a:cs typeface="Roboto"/>
              </a:defRPr>
            </a:pPr>
            <a:r>
              <a:rPr sz="1725" b="1">
                <a:solidFill>
                  <a:srgbClr val="3F299A"/>
                </a:solidFill>
                <a:latin typeface="Roboto"/>
                <a:ea typeface="Roboto"/>
                <a:cs typeface="Roboto"/>
              </a:rPr>
              <a:t>1.</a:t>
            </a:r>
          </a:p>
        </p:txBody>
      </p:sp>
      <p:sp>
        <p:nvSpPr>
          <p:cNvPr id="3" name="Сравнить learning rate и умеренный вес ORG">
            <a:extLst>
              <a:ext uri="{FF2B5EF4-FFF2-40B4-BE49-F238E27FC236}">
                <a16:creationId xmlns:a16="http://schemas.microsoft.com/office/drawing/2014/main" id="{38550C9C-1F11-4DBD-95D7-8A557886F8B1}"/>
              </a:ext>
            </a:extLst>
          </p:cNvPr>
          <p:cNvSpPr>
            <a:spLocks noGrp="1"/>
          </p:cNvSpPr>
          <p:nvPr/>
        </p:nvSpPr>
        <p:spPr>
          <a:xfrm>
            <a:off x="1333500" y="1504950"/>
            <a:ext cx="7172325" cy="676275"/>
          </a:xfrm>
          <a:prstGeom prst="rect">
            <a:avLst/>
          </a:prstGeom>
          <a:noFill/>
          <a:ln w="0">
            <a:noFill/>
          </a:ln>
        </p:spPr>
        <p:txBody>
          <a:bodyPr wrap="square" lIns="0" tIns="0" rIns="0" bIns="0" anchor="t">
            <a:noAutofit/>
          </a:bodyPr>
          <a:lstStyle>
            <a:defPPr algn="l">
              <a:defRPr sz="1725">
                <a:solidFill>
                  <a:srgbClr val="171717"/>
                </a:solidFill>
                <a:latin typeface="Roboto"/>
                <a:ea typeface="Roboto"/>
                <a:cs typeface="Roboto"/>
              </a:defRPr>
            </a:defPPr>
            <a:lvl1pPr algn="l">
              <a:defRPr sz="1725">
                <a:solidFill>
                  <a:srgbClr val="171717"/>
                </a:solidFill>
                <a:latin typeface="Roboto"/>
                <a:ea typeface="Roboto"/>
                <a:cs typeface="Roboto"/>
              </a:defRPr>
            </a:lvl1pPr>
            <a:lvl2pPr algn="l">
              <a:defRPr sz="1725">
                <a:solidFill>
                  <a:srgbClr val="171717"/>
                </a:solidFill>
                <a:latin typeface="Roboto"/>
                <a:ea typeface="Roboto"/>
                <a:cs typeface="Roboto"/>
              </a:defRPr>
            </a:lvl2pPr>
            <a:lvl3pPr algn="l">
              <a:defRPr sz="1725">
                <a:solidFill>
                  <a:srgbClr val="171717"/>
                </a:solidFill>
                <a:latin typeface="Roboto"/>
                <a:ea typeface="Roboto"/>
                <a:cs typeface="Roboto"/>
              </a:defRPr>
            </a:lvl3pPr>
            <a:lvl4pPr algn="l">
              <a:defRPr sz="1725">
                <a:solidFill>
                  <a:srgbClr val="171717"/>
                </a:solidFill>
                <a:latin typeface="Roboto"/>
                <a:ea typeface="Roboto"/>
                <a:cs typeface="Roboto"/>
              </a:defRPr>
            </a:lvl4pPr>
            <a:lvl5pPr algn="l">
              <a:defRPr sz="1725">
                <a:solidFill>
                  <a:srgbClr val="171717"/>
                </a:solidFill>
                <a:latin typeface="Roboto"/>
                <a:ea typeface="Roboto"/>
                <a:cs typeface="Roboto"/>
              </a:defRPr>
            </a:lvl5pPr>
            <a:lvl6pPr algn="l">
              <a:defRPr sz="1725">
                <a:solidFill>
                  <a:srgbClr val="171717"/>
                </a:solidFill>
                <a:latin typeface="Roboto"/>
                <a:ea typeface="Roboto"/>
                <a:cs typeface="Roboto"/>
              </a:defRPr>
            </a:lvl6pPr>
            <a:lvl7pPr algn="l">
              <a:defRPr sz="1725">
                <a:solidFill>
                  <a:srgbClr val="171717"/>
                </a:solidFill>
                <a:latin typeface="Roboto"/>
                <a:ea typeface="Roboto"/>
                <a:cs typeface="Roboto"/>
              </a:defRPr>
            </a:lvl7pPr>
            <a:lvl8pPr algn="l">
              <a:defRPr sz="1725">
                <a:solidFill>
                  <a:srgbClr val="171717"/>
                </a:solidFill>
                <a:latin typeface="Roboto"/>
                <a:ea typeface="Roboto"/>
                <a:cs typeface="Roboto"/>
              </a:defRPr>
            </a:lvl8pPr>
            <a:lvl9pPr algn="l">
              <a:defRPr sz="1725">
                <a:solidFill>
                  <a:srgbClr val="171717"/>
                </a:solidFill>
                <a:latin typeface="Roboto"/>
                <a:ea typeface="Roboto"/>
                <a:cs typeface="Roboto"/>
              </a:defRPr>
            </a:lvl9pPr>
          </a:lstStyle>
          <a:p>
            <a:pPr algn="l">
              <a:defRPr sz="1725">
                <a:solidFill>
                  <a:srgbClr val="171717"/>
                </a:solidFill>
                <a:latin typeface="Roboto"/>
                <a:ea typeface="Roboto"/>
                <a:cs typeface="Roboto"/>
              </a:defRPr>
            </a:pPr>
            <a:r>
              <a:rPr sz="1725">
                <a:solidFill>
                  <a:srgbClr val="171717"/>
                </a:solidFill>
                <a:latin typeface="Roboto"/>
                <a:ea typeface="Roboto"/>
                <a:cs typeface="Roboto"/>
              </a:rPr>
              <a:t>Сравнить learning rate и умеренный вес ORG</a:t>
            </a:r>
          </a:p>
        </p:txBody>
      </p:sp>
      <p:sp>
        <p:nvSpPr>
          <p:cNvPr id="4" name="2.">
            <a:extLst>
              <a:ext uri="{FF2B5EF4-FFF2-40B4-BE49-F238E27FC236}">
                <a16:creationId xmlns:a16="http://schemas.microsoft.com/office/drawing/2014/main" id="{BE14A70F-113E-4D19-9BF9-4B1F710587A4}"/>
              </a:ext>
            </a:extLst>
          </p:cNvPr>
          <p:cNvSpPr>
            <a:spLocks noGrp="1"/>
          </p:cNvSpPr>
          <p:nvPr/>
        </p:nvSpPr>
        <p:spPr>
          <a:xfrm>
            <a:off x="838200" y="2228850"/>
            <a:ext cx="381000" cy="676275"/>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defRPr sz="1725" b="1">
                <a:solidFill>
                  <a:srgbClr val="3F299A"/>
                </a:solidFill>
                <a:latin typeface="Roboto"/>
                <a:ea typeface="Roboto"/>
                <a:cs typeface="Roboto"/>
              </a:defRPr>
            </a:lvl1pPr>
            <a:lvl2pPr algn="l">
              <a:defRPr sz="1725" b="1">
                <a:solidFill>
                  <a:srgbClr val="3F299A"/>
                </a:solidFill>
                <a:latin typeface="Roboto"/>
                <a:ea typeface="Roboto"/>
                <a:cs typeface="Roboto"/>
              </a:defRPr>
            </a:lvl2pPr>
            <a:lvl3pPr algn="l">
              <a:defRPr sz="1725" b="1">
                <a:solidFill>
                  <a:srgbClr val="3F299A"/>
                </a:solidFill>
                <a:latin typeface="Roboto"/>
                <a:ea typeface="Roboto"/>
                <a:cs typeface="Roboto"/>
              </a:defRPr>
            </a:lvl3pPr>
            <a:lvl4pPr algn="l">
              <a:defRPr sz="1725" b="1">
                <a:solidFill>
                  <a:srgbClr val="3F299A"/>
                </a:solidFill>
                <a:latin typeface="Roboto"/>
                <a:ea typeface="Roboto"/>
                <a:cs typeface="Roboto"/>
              </a:defRPr>
            </a:lvl4pPr>
            <a:lvl5pPr algn="l">
              <a:defRPr sz="1725" b="1">
                <a:solidFill>
                  <a:srgbClr val="3F299A"/>
                </a:solidFill>
                <a:latin typeface="Roboto"/>
                <a:ea typeface="Roboto"/>
                <a:cs typeface="Roboto"/>
              </a:defRPr>
            </a:lvl5pPr>
            <a:lvl6pPr algn="l">
              <a:defRPr sz="1725" b="1">
                <a:solidFill>
                  <a:srgbClr val="3F299A"/>
                </a:solidFill>
                <a:latin typeface="Roboto"/>
                <a:ea typeface="Roboto"/>
                <a:cs typeface="Roboto"/>
              </a:defRPr>
            </a:lvl6pPr>
            <a:lvl7pPr algn="l">
              <a:defRPr sz="1725" b="1">
                <a:solidFill>
                  <a:srgbClr val="3F299A"/>
                </a:solidFill>
                <a:latin typeface="Roboto"/>
                <a:ea typeface="Roboto"/>
                <a:cs typeface="Roboto"/>
              </a:defRPr>
            </a:lvl7pPr>
            <a:lvl8pPr algn="l">
              <a:defRPr sz="1725" b="1">
                <a:solidFill>
                  <a:srgbClr val="3F299A"/>
                </a:solidFill>
                <a:latin typeface="Roboto"/>
                <a:ea typeface="Roboto"/>
                <a:cs typeface="Roboto"/>
              </a:defRPr>
            </a:lvl8pPr>
            <a:lvl9pPr algn="l">
              <a:defRPr sz="1725" b="1">
                <a:solidFill>
                  <a:srgbClr val="3F299A"/>
                </a:solidFill>
                <a:latin typeface="Roboto"/>
                <a:ea typeface="Roboto"/>
                <a:cs typeface="Roboto"/>
              </a:defRPr>
            </a:lvl9pPr>
          </a:lstStyle>
          <a:p>
            <a:pPr algn="l">
              <a:defRPr sz="1725" b="1">
                <a:solidFill>
                  <a:srgbClr val="3F299A"/>
                </a:solidFill>
                <a:latin typeface="Roboto"/>
                <a:ea typeface="Roboto"/>
                <a:cs typeface="Roboto"/>
              </a:defRPr>
            </a:pPr>
            <a:r>
              <a:rPr sz="1725" b="1">
                <a:solidFill>
                  <a:srgbClr val="3F299A"/>
                </a:solidFill>
                <a:latin typeface="Roboto"/>
                <a:ea typeface="Roboto"/>
                <a:cs typeface="Roboto"/>
              </a:rPr>
              <a:t>2.</a:t>
            </a:r>
          </a:p>
        </p:txBody>
      </p:sp>
      <p:sp>
        <p:nvSpPr>
          <p:cNvPr id="5" name="Повторить обучение с seed 42, 43 и 44">
            <a:extLst>
              <a:ext uri="{FF2B5EF4-FFF2-40B4-BE49-F238E27FC236}">
                <a16:creationId xmlns:a16="http://schemas.microsoft.com/office/drawing/2014/main" id="{A8A689FB-3457-4C98-866A-453B83EA675C}"/>
              </a:ext>
            </a:extLst>
          </p:cNvPr>
          <p:cNvSpPr>
            <a:spLocks noGrp="1"/>
          </p:cNvSpPr>
          <p:nvPr/>
        </p:nvSpPr>
        <p:spPr>
          <a:xfrm>
            <a:off x="1333500" y="2228850"/>
            <a:ext cx="7172325" cy="676275"/>
          </a:xfrm>
          <a:prstGeom prst="rect">
            <a:avLst/>
          </a:prstGeom>
          <a:noFill/>
          <a:ln w="0">
            <a:noFill/>
          </a:ln>
        </p:spPr>
        <p:txBody>
          <a:bodyPr wrap="square" lIns="0" tIns="0" rIns="0" bIns="0" anchor="t">
            <a:noAutofit/>
          </a:bodyPr>
          <a:lstStyle>
            <a:defPPr algn="l">
              <a:defRPr sz="1725">
                <a:solidFill>
                  <a:srgbClr val="171717"/>
                </a:solidFill>
                <a:latin typeface="Roboto"/>
                <a:ea typeface="Roboto"/>
                <a:cs typeface="Roboto"/>
              </a:defRPr>
            </a:defPPr>
            <a:lvl1pPr algn="l">
              <a:defRPr sz="1725">
                <a:solidFill>
                  <a:srgbClr val="171717"/>
                </a:solidFill>
                <a:latin typeface="Roboto"/>
                <a:ea typeface="Roboto"/>
                <a:cs typeface="Roboto"/>
              </a:defRPr>
            </a:lvl1pPr>
            <a:lvl2pPr algn="l">
              <a:defRPr sz="1725">
                <a:solidFill>
                  <a:srgbClr val="171717"/>
                </a:solidFill>
                <a:latin typeface="Roboto"/>
                <a:ea typeface="Roboto"/>
                <a:cs typeface="Roboto"/>
              </a:defRPr>
            </a:lvl2pPr>
            <a:lvl3pPr algn="l">
              <a:defRPr sz="1725">
                <a:solidFill>
                  <a:srgbClr val="171717"/>
                </a:solidFill>
                <a:latin typeface="Roboto"/>
                <a:ea typeface="Roboto"/>
                <a:cs typeface="Roboto"/>
              </a:defRPr>
            </a:lvl3pPr>
            <a:lvl4pPr algn="l">
              <a:defRPr sz="1725">
                <a:solidFill>
                  <a:srgbClr val="171717"/>
                </a:solidFill>
                <a:latin typeface="Roboto"/>
                <a:ea typeface="Roboto"/>
                <a:cs typeface="Roboto"/>
              </a:defRPr>
            </a:lvl4pPr>
            <a:lvl5pPr algn="l">
              <a:defRPr sz="1725">
                <a:solidFill>
                  <a:srgbClr val="171717"/>
                </a:solidFill>
                <a:latin typeface="Roboto"/>
                <a:ea typeface="Roboto"/>
                <a:cs typeface="Roboto"/>
              </a:defRPr>
            </a:lvl5pPr>
            <a:lvl6pPr algn="l">
              <a:defRPr sz="1725">
                <a:solidFill>
                  <a:srgbClr val="171717"/>
                </a:solidFill>
                <a:latin typeface="Roboto"/>
                <a:ea typeface="Roboto"/>
                <a:cs typeface="Roboto"/>
              </a:defRPr>
            </a:lvl6pPr>
            <a:lvl7pPr algn="l">
              <a:defRPr sz="1725">
                <a:solidFill>
                  <a:srgbClr val="171717"/>
                </a:solidFill>
                <a:latin typeface="Roboto"/>
                <a:ea typeface="Roboto"/>
                <a:cs typeface="Roboto"/>
              </a:defRPr>
            </a:lvl7pPr>
            <a:lvl8pPr algn="l">
              <a:defRPr sz="1725">
                <a:solidFill>
                  <a:srgbClr val="171717"/>
                </a:solidFill>
                <a:latin typeface="Roboto"/>
                <a:ea typeface="Roboto"/>
                <a:cs typeface="Roboto"/>
              </a:defRPr>
            </a:lvl8pPr>
            <a:lvl9pPr algn="l">
              <a:defRPr sz="1725">
                <a:solidFill>
                  <a:srgbClr val="171717"/>
                </a:solidFill>
                <a:latin typeface="Roboto"/>
                <a:ea typeface="Roboto"/>
                <a:cs typeface="Roboto"/>
              </a:defRPr>
            </a:lvl9pPr>
          </a:lstStyle>
          <a:p>
            <a:pPr algn="l">
              <a:defRPr sz="1725">
                <a:solidFill>
                  <a:srgbClr val="171717"/>
                </a:solidFill>
                <a:latin typeface="Roboto"/>
                <a:ea typeface="Roboto"/>
                <a:cs typeface="Roboto"/>
              </a:defRPr>
            </a:pPr>
            <a:r>
              <a:rPr sz="1725" dirty="0" err="1">
                <a:solidFill>
                  <a:srgbClr val="171717"/>
                </a:solidFill>
                <a:latin typeface="Roboto"/>
                <a:ea typeface="Roboto"/>
                <a:cs typeface="Roboto"/>
              </a:rPr>
              <a:t>Повторить</a:t>
            </a:r>
            <a:r>
              <a:rPr sz="1725" dirty="0">
                <a:solidFill>
                  <a:srgbClr val="171717"/>
                </a:solidFill>
                <a:latin typeface="Roboto"/>
                <a:ea typeface="Roboto"/>
                <a:cs typeface="Roboto"/>
              </a:rPr>
              <a:t> </a:t>
            </a:r>
            <a:r>
              <a:rPr sz="1725" dirty="0" err="1">
                <a:solidFill>
                  <a:srgbClr val="171717"/>
                </a:solidFill>
                <a:latin typeface="Roboto"/>
                <a:ea typeface="Roboto"/>
                <a:cs typeface="Roboto"/>
              </a:rPr>
              <a:t>обучение</a:t>
            </a:r>
            <a:r>
              <a:rPr sz="1725" dirty="0">
                <a:solidFill>
                  <a:srgbClr val="171717"/>
                </a:solidFill>
                <a:latin typeface="Roboto"/>
                <a:ea typeface="Roboto"/>
                <a:cs typeface="Roboto"/>
              </a:rPr>
              <a:t> </a:t>
            </a:r>
            <a:r>
              <a:rPr sz="1725" dirty="0" err="1">
                <a:solidFill>
                  <a:srgbClr val="171717"/>
                </a:solidFill>
                <a:latin typeface="Roboto"/>
                <a:ea typeface="Roboto"/>
                <a:cs typeface="Roboto"/>
              </a:rPr>
              <a:t>с</a:t>
            </a:r>
            <a:r>
              <a:rPr sz="1725" dirty="0">
                <a:solidFill>
                  <a:srgbClr val="171717"/>
                </a:solidFill>
                <a:latin typeface="Roboto"/>
                <a:ea typeface="Roboto"/>
                <a:cs typeface="Roboto"/>
              </a:rPr>
              <a:t> seed 42, 43 </a:t>
            </a:r>
            <a:r>
              <a:rPr sz="1725" dirty="0" err="1">
                <a:solidFill>
                  <a:srgbClr val="171717"/>
                </a:solidFill>
                <a:latin typeface="Roboto"/>
                <a:ea typeface="Roboto"/>
                <a:cs typeface="Roboto"/>
              </a:rPr>
              <a:t>и</a:t>
            </a:r>
            <a:r>
              <a:rPr sz="1725" dirty="0">
                <a:solidFill>
                  <a:srgbClr val="171717"/>
                </a:solidFill>
                <a:latin typeface="Roboto"/>
                <a:ea typeface="Roboto"/>
                <a:cs typeface="Roboto"/>
              </a:rPr>
              <a:t> 44</a:t>
            </a:r>
          </a:p>
        </p:txBody>
      </p:sp>
      <p:sp>
        <p:nvSpPr>
          <p:cNvPr id="6" name="3.">
            <a:extLst>
              <a:ext uri="{FF2B5EF4-FFF2-40B4-BE49-F238E27FC236}">
                <a16:creationId xmlns:a16="http://schemas.microsoft.com/office/drawing/2014/main" id="{FF653644-1A59-4BD9-8367-5B61389091A7}"/>
              </a:ext>
            </a:extLst>
          </p:cNvPr>
          <p:cNvSpPr>
            <a:spLocks noGrp="1"/>
          </p:cNvSpPr>
          <p:nvPr/>
        </p:nvSpPr>
        <p:spPr>
          <a:xfrm>
            <a:off x="838200" y="2952750"/>
            <a:ext cx="381000" cy="676275"/>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defRPr sz="1725" b="1">
                <a:solidFill>
                  <a:srgbClr val="3F299A"/>
                </a:solidFill>
                <a:latin typeface="Roboto"/>
                <a:ea typeface="Roboto"/>
                <a:cs typeface="Roboto"/>
              </a:defRPr>
            </a:lvl1pPr>
            <a:lvl2pPr algn="l">
              <a:defRPr sz="1725" b="1">
                <a:solidFill>
                  <a:srgbClr val="3F299A"/>
                </a:solidFill>
                <a:latin typeface="Roboto"/>
                <a:ea typeface="Roboto"/>
                <a:cs typeface="Roboto"/>
              </a:defRPr>
            </a:lvl2pPr>
            <a:lvl3pPr algn="l">
              <a:defRPr sz="1725" b="1">
                <a:solidFill>
                  <a:srgbClr val="3F299A"/>
                </a:solidFill>
                <a:latin typeface="Roboto"/>
                <a:ea typeface="Roboto"/>
                <a:cs typeface="Roboto"/>
              </a:defRPr>
            </a:lvl3pPr>
            <a:lvl4pPr algn="l">
              <a:defRPr sz="1725" b="1">
                <a:solidFill>
                  <a:srgbClr val="3F299A"/>
                </a:solidFill>
                <a:latin typeface="Roboto"/>
                <a:ea typeface="Roboto"/>
                <a:cs typeface="Roboto"/>
              </a:defRPr>
            </a:lvl4pPr>
            <a:lvl5pPr algn="l">
              <a:defRPr sz="1725" b="1">
                <a:solidFill>
                  <a:srgbClr val="3F299A"/>
                </a:solidFill>
                <a:latin typeface="Roboto"/>
                <a:ea typeface="Roboto"/>
                <a:cs typeface="Roboto"/>
              </a:defRPr>
            </a:lvl5pPr>
            <a:lvl6pPr algn="l">
              <a:defRPr sz="1725" b="1">
                <a:solidFill>
                  <a:srgbClr val="3F299A"/>
                </a:solidFill>
                <a:latin typeface="Roboto"/>
                <a:ea typeface="Roboto"/>
                <a:cs typeface="Roboto"/>
              </a:defRPr>
            </a:lvl6pPr>
            <a:lvl7pPr algn="l">
              <a:defRPr sz="1725" b="1">
                <a:solidFill>
                  <a:srgbClr val="3F299A"/>
                </a:solidFill>
                <a:latin typeface="Roboto"/>
                <a:ea typeface="Roboto"/>
                <a:cs typeface="Roboto"/>
              </a:defRPr>
            </a:lvl7pPr>
            <a:lvl8pPr algn="l">
              <a:defRPr sz="1725" b="1">
                <a:solidFill>
                  <a:srgbClr val="3F299A"/>
                </a:solidFill>
                <a:latin typeface="Roboto"/>
                <a:ea typeface="Roboto"/>
                <a:cs typeface="Roboto"/>
              </a:defRPr>
            </a:lvl8pPr>
            <a:lvl9pPr algn="l">
              <a:defRPr sz="1725" b="1">
                <a:solidFill>
                  <a:srgbClr val="3F299A"/>
                </a:solidFill>
                <a:latin typeface="Roboto"/>
                <a:ea typeface="Roboto"/>
                <a:cs typeface="Roboto"/>
              </a:defRPr>
            </a:lvl9pPr>
          </a:lstStyle>
          <a:p>
            <a:pPr algn="l">
              <a:defRPr sz="1725" b="1">
                <a:solidFill>
                  <a:srgbClr val="3F299A"/>
                </a:solidFill>
                <a:latin typeface="Roboto"/>
                <a:ea typeface="Roboto"/>
                <a:cs typeface="Roboto"/>
              </a:defRPr>
            </a:pPr>
            <a:r>
              <a:rPr sz="1725" b="1">
                <a:solidFill>
                  <a:srgbClr val="3F299A"/>
                </a:solidFill>
                <a:latin typeface="Roboto"/>
                <a:ea typeface="Roboto"/>
                <a:cs typeface="Roboto"/>
              </a:rPr>
              <a:t>3.</a:t>
            </a:r>
          </a:p>
        </p:txBody>
      </p:sp>
      <p:sp>
        <p:nvSpPr>
          <p:cNvPr id="7" name="Выбирать по validation, затем считать финальный test">
            <a:extLst>
              <a:ext uri="{FF2B5EF4-FFF2-40B4-BE49-F238E27FC236}">
                <a16:creationId xmlns:a16="http://schemas.microsoft.com/office/drawing/2014/main" id="{E5ABD663-5A85-4EA7-B3A2-7132FD77ECD7}"/>
              </a:ext>
            </a:extLst>
          </p:cNvPr>
          <p:cNvSpPr>
            <a:spLocks noGrp="1"/>
          </p:cNvSpPr>
          <p:nvPr/>
        </p:nvSpPr>
        <p:spPr>
          <a:xfrm>
            <a:off x="1333500" y="2952750"/>
            <a:ext cx="7172325" cy="676275"/>
          </a:xfrm>
          <a:prstGeom prst="rect">
            <a:avLst/>
          </a:prstGeom>
          <a:noFill/>
          <a:ln w="0">
            <a:noFill/>
          </a:ln>
        </p:spPr>
        <p:txBody>
          <a:bodyPr wrap="square" lIns="0" tIns="0" rIns="0" bIns="0" anchor="t">
            <a:noAutofit/>
          </a:bodyPr>
          <a:lstStyle>
            <a:defPPr algn="l">
              <a:defRPr sz="1725">
                <a:solidFill>
                  <a:srgbClr val="171717"/>
                </a:solidFill>
                <a:latin typeface="Roboto"/>
                <a:ea typeface="Roboto"/>
                <a:cs typeface="Roboto"/>
              </a:defRPr>
            </a:defPPr>
            <a:lvl1pPr algn="l">
              <a:defRPr sz="1725">
                <a:solidFill>
                  <a:srgbClr val="171717"/>
                </a:solidFill>
                <a:latin typeface="Roboto"/>
                <a:ea typeface="Roboto"/>
                <a:cs typeface="Roboto"/>
              </a:defRPr>
            </a:lvl1pPr>
            <a:lvl2pPr algn="l">
              <a:defRPr sz="1725">
                <a:solidFill>
                  <a:srgbClr val="171717"/>
                </a:solidFill>
                <a:latin typeface="Roboto"/>
                <a:ea typeface="Roboto"/>
                <a:cs typeface="Roboto"/>
              </a:defRPr>
            </a:lvl2pPr>
            <a:lvl3pPr algn="l">
              <a:defRPr sz="1725">
                <a:solidFill>
                  <a:srgbClr val="171717"/>
                </a:solidFill>
                <a:latin typeface="Roboto"/>
                <a:ea typeface="Roboto"/>
                <a:cs typeface="Roboto"/>
              </a:defRPr>
            </a:lvl3pPr>
            <a:lvl4pPr algn="l">
              <a:defRPr sz="1725">
                <a:solidFill>
                  <a:srgbClr val="171717"/>
                </a:solidFill>
                <a:latin typeface="Roboto"/>
                <a:ea typeface="Roboto"/>
                <a:cs typeface="Roboto"/>
              </a:defRPr>
            </a:lvl4pPr>
            <a:lvl5pPr algn="l">
              <a:defRPr sz="1725">
                <a:solidFill>
                  <a:srgbClr val="171717"/>
                </a:solidFill>
                <a:latin typeface="Roboto"/>
                <a:ea typeface="Roboto"/>
                <a:cs typeface="Roboto"/>
              </a:defRPr>
            </a:lvl5pPr>
            <a:lvl6pPr algn="l">
              <a:defRPr sz="1725">
                <a:solidFill>
                  <a:srgbClr val="171717"/>
                </a:solidFill>
                <a:latin typeface="Roboto"/>
                <a:ea typeface="Roboto"/>
                <a:cs typeface="Roboto"/>
              </a:defRPr>
            </a:lvl6pPr>
            <a:lvl7pPr algn="l">
              <a:defRPr sz="1725">
                <a:solidFill>
                  <a:srgbClr val="171717"/>
                </a:solidFill>
                <a:latin typeface="Roboto"/>
                <a:ea typeface="Roboto"/>
                <a:cs typeface="Roboto"/>
              </a:defRPr>
            </a:lvl7pPr>
            <a:lvl8pPr algn="l">
              <a:defRPr sz="1725">
                <a:solidFill>
                  <a:srgbClr val="171717"/>
                </a:solidFill>
                <a:latin typeface="Roboto"/>
                <a:ea typeface="Roboto"/>
                <a:cs typeface="Roboto"/>
              </a:defRPr>
            </a:lvl8pPr>
            <a:lvl9pPr algn="l">
              <a:defRPr sz="1725">
                <a:solidFill>
                  <a:srgbClr val="171717"/>
                </a:solidFill>
                <a:latin typeface="Roboto"/>
                <a:ea typeface="Roboto"/>
                <a:cs typeface="Roboto"/>
              </a:defRPr>
            </a:lvl9pPr>
          </a:lstStyle>
          <a:p>
            <a:pPr algn="l">
              <a:defRPr sz="1725">
                <a:solidFill>
                  <a:srgbClr val="171717"/>
                </a:solidFill>
                <a:latin typeface="Roboto"/>
                <a:ea typeface="Roboto"/>
                <a:cs typeface="Roboto"/>
              </a:defRPr>
            </a:pPr>
            <a:r>
              <a:rPr sz="1725">
                <a:solidFill>
                  <a:srgbClr val="171717"/>
                </a:solidFill>
                <a:latin typeface="Roboto"/>
                <a:ea typeface="Roboto"/>
                <a:cs typeface="Roboto"/>
              </a:rPr>
              <a:t>Выбирать по validation, затем считать финальный test</a:t>
            </a:r>
          </a:p>
        </p:txBody>
      </p:sp>
      <p:sp>
        <p:nvSpPr>
          <p:cNvPr id="8" name="4.">
            <a:extLst>
              <a:ext uri="{FF2B5EF4-FFF2-40B4-BE49-F238E27FC236}">
                <a16:creationId xmlns:a16="http://schemas.microsoft.com/office/drawing/2014/main" id="{A9649208-B452-41F2-A2FA-61D0F7A6F66B}"/>
              </a:ext>
            </a:extLst>
          </p:cNvPr>
          <p:cNvSpPr>
            <a:spLocks noGrp="1"/>
          </p:cNvSpPr>
          <p:nvPr/>
        </p:nvSpPr>
        <p:spPr>
          <a:xfrm>
            <a:off x="838200" y="3676650"/>
            <a:ext cx="381000" cy="676275"/>
          </a:xfrm>
          <a:prstGeom prst="rect">
            <a:avLst/>
          </a:prstGeom>
          <a:noFill/>
          <a:ln w="0">
            <a:noFill/>
          </a:ln>
        </p:spPr>
        <p:txBody>
          <a:bodyPr wrap="square" lIns="0" tIns="0" rIns="0" bIns="0" anchor="t">
            <a:noAutofit/>
          </a:bodyPr>
          <a:lstStyle>
            <a:defPPr algn="l">
              <a:defRPr sz="1725" b="1">
                <a:solidFill>
                  <a:srgbClr val="3F299A"/>
                </a:solidFill>
                <a:latin typeface="Roboto"/>
                <a:ea typeface="Roboto"/>
                <a:cs typeface="Roboto"/>
              </a:defRPr>
            </a:defPPr>
            <a:lvl1pPr algn="l">
              <a:defRPr sz="1725" b="1">
                <a:solidFill>
                  <a:srgbClr val="3F299A"/>
                </a:solidFill>
                <a:latin typeface="Roboto"/>
                <a:ea typeface="Roboto"/>
                <a:cs typeface="Roboto"/>
              </a:defRPr>
            </a:lvl1pPr>
            <a:lvl2pPr algn="l">
              <a:defRPr sz="1725" b="1">
                <a:solidFill>
                  <a:srgbClr val="3F299A"/>
                </a:solidFill>
                <a:latin typeface="Roboto"/>
                <a:ea typeface="Roboto"/>
                <a:cs typeface="Roboto"/>
              </a:defRPr>
            </a:lvl2pPr>
            <a:lvl3pPr algn="l">
              <a:defRPr sz="1725" b="1">
                <a:solidFill>
                  <a:srgbClr val="3F299A"/>
                </a:solidFill>
                <a:latin typeface="Roboto"/>
                <a:ea typeface="Roboto"/>
                <a:cs typeface="Roboto"/>
              </a:defRPr>
            </a:lvl3pPr>
            <a:lvl4pPr algn="l">
              <a:defRPr sz="1725" b="1">
                <a:solidFill>
                  <a:srgbClr val="3F299A"/>
                </a:solidFill>
                <a:latin typeface="Roboto"/>
                <a:ea typeface="Roboto"/>
                <a:cs typeface="Roboto"/>
              </a:defRPr>
            </a:lvl4pPr>
            <a:lvl5pPr algn="l">
              <a:defRPr sz="1725" b="1">
                <a:solidFill>
                  <a:srgbClr val="3F299A"/>
                </a:solidFill>
                <a:latin typeface="Roboto"/>
                <a:ea typeface="Roboto"/>
                <a:cs typeface="Roboto"/>
              </a:defRPr>
            </a:lvl5pPr>
            <a:lvl6pPr algn="l">
              <a:defRPr sz="1725" b="1">
                <a:solidFill>
                  <a:srgbClr val="3F299A"/>
                </a:solidFill>
                <a:latin typeface="Roboto"/>
                <a:ea typeface="Roboto"/>
                <a:cs typeface="Roboto"/>
              </a:defRPr>
            </a:lvl6pPr>
            <a:lvl7pPr algn="l">
              <a:defRPr sz="1725" b="1">
                <a:solidFill>
                  <a:srgbClr val="3F299A"/>
                </a:solidFill>
                <a:latin typeface="Roboto"/>
                <a:ea typeface="Roboto"/>
                <a:cs typeface="Roboto"/>
              </a:defRPr>
            </a:lvl7pPr>
            <a:lvl8pPr algn="l">
              <a:defRPr sz="1725" b="1">
                <a:solidFill>
                  <a:srgbClr val="3F299A"/>
                </a:solidFill>
                <a:latin typeface="Roboto"/>
                <a:ea typeface="Roboto"/>
                <a:cs typeface="Roboto"/>
              </a:defRPr>
            </a:lvl8pPr>
            <a:lvl9pPr algn="l">
              <a:defRPr sz="1725" b="1">
                <a:solidFill>
                  <a:srgbClr val="3F299A"/>
                </a:solidFill>
                <a:latin typeface="Roboto"/>
                <a:ea typeface="Roboto"/>
                <a:cs typeface="Roboto"/>
              </a:defRPr>
            </a:lvl9pPr>
          </a:lstStyle>
          <a:p>
            <a:pPr algn="l">
              <a:defRPr sz="1725" b="1">
                <a:solidFill>
                  <a:srgbClr val="3F299A"/>
                </a:solidFill>
                <a:latin typeface="Roboto"/>
                <a:ea typeface="Roboto"/>
                <a:cs typeface="Roboto"/>
              </a:defRPr>
            </a:pPr>
            <a:r>
              <a:rPr sz="1725" b="1">
                <a:solidFill>
                  <a:srgbClr val="3F299A"/>
                </a:solidFill>
                <a:latin typeface="Roboto"/>
                <a:ea typeface="Roboto"/>
                <a:cs typeface="Roboto"/>
              </a:rPr>
              <a:t>4.</a:t>
            </a:r>
          </a:p>
        </p:txBody>
      </p:sp>
      <p:sp>
        <p:nvSpPr>
          <p:cNvPr id="9" name="Сравнивать F1 и полноту скрытия ФИО и организаций">
            <a:extLst>
              <a:ext uri="{FF2B5EF4-FFF2-40B4-BE49-F238E27FC236}">
                <a16:creationId xmlns:a16="http://schemas.microsoft.com/office/drawing/2014/main" id="{B5FBC767-5CB1-4F96-89B4-8C19653F8BA9}"/>
              </a:ext>
            </a:extLst>
          </p:cNvPr>
          <p:cNvSpPr>
            <a:spLocks noGrp="1"/>
          </p:cNvSpPr>
          <p:nvPr/>
        </p:nvSpPr>
        <p:spPr>
          <a:xfrm>
            <a:off x="1333500" y="3676650"/>
            <a:ext cx="7172325" cy="676275"/>
          </a:xfrm>
          <a:prstGeom prst="rect">
            <a:avLst/>
          </a:prstGeom>
          <a:noFill/>
          <a:ln w="0">
            <a:noFill/>
          </a:ln>
        </p:spPr>
        <p:txBody>
          <a:bodyPr wrap="square" lIns="0" tIns="0" rIns="0" bIns="0" anchor="t">
            <a:noAutofit/>
          </a:bodyPr>
          <a:lstStyle>
            <a:defPPr algn="l">
              <a:defRPr sz="1725">
                <a:solidFill>
                  <a:srgbClr val="171717"/>
                </a:solidFill>
                <a:latin typeface="Roboto"/>
                <a:ea typeface="Roboto"/>
                <a:cs typeface="Roboto"/>
              </a:defRPr>
            </a:defPPr>
            <a:lvl1pPr algn="l">
              <a:defRPr sz="1725">
                <a:solidFill>
                  <a:srgbClr val="171717"/>
                </a:solidFill>
                <a:latin typeface="Roboto"/>
                <a:ea typeface="Roboto"/>
                <a:cs typeface="Roboto"/>
              </a:defRPr>
            </a:lvl1pPr>
            <a:lvl2pPr algn="l">
              <a:defRPr sz="1725">
                <a:solidFill>
                  <a:srgbClr val="171717"/>
                </a:solidFill>
                <a:latin typeface="Roboto"/>
                <a:ea typeface="Roboto"/>
                <a:cs typeface="Roboto"/>
              </a:defRPr>
            </a:lvl2pPr>
            <a:lvl3pPr algn="l">
              <a:defRPr sz="1725">
                <a:solidFill>
                  <a:srgbClr val="171717"/>
                </a:solidFill>
                <a:latin typeface="Roboto"/>
                <a:ea typeface="Roboto"/>
                <a:cs typeface="Roboto"/>
              </a:defRPr>
            </a:lvl3pPr>
            <a:lvl4pPr algn="l">
              <a:defRPr sz="1725">
                <a:solidFill>
                  <a:srgbClr val="171717"/>
                </a:solidFill>
                <a:latin typeface="Roboto"/>
                <a:ea typeface="Roboto"/>
                <a:cs typeface="Roboto"/>
              </a:defRPr>
            </a:lvl4pPr>
            <a:lvl5pPr algn="l">
              <a:defRPr sz="1725">
                <a:solidFill>
                  <a:srgbClr val="171717"/>
                </a:solidFill>
                <a:latin typeface="Roboto"/>
                <a:ea typeface="Roboto"/>
                <a:cs typeface="Roboto"/>
              </a:defRPr>
            </a:lvl5pPr>
            <a:lvl6pPr algn="l">
              <a:defRPr sz="1725">
                <a:solidFill>
                  <a:srgbClr val="171717"/>
                </a:solidFill>
                <a:latin typeface="Roboto"/>
                <a:ea typeface="Roboto"/>
                <a:cs typeface="Roboto"/>
              </a:defRPr>
            </a:lvl6pPr>
            <a:lvl7pPr algn="l">
              <a:defRPr sz="1725">
                <a:solidFill>
                  <a:srgbClr val="171717"/>
                </a:solidFill>
                <a:latin typeface="Roboto"/>
                <a:ea typeface="Roboto"/>
                <a:cs typeface="Roboto"/>
              </a:defRPr>
            </a:lvl7pPr>
            <a:lvl8pPr algn="l">
              <a:defRPr sz="1725">
                <a:solidFill>
                  <a:srgbClr val="171717"/>
                </a:solidFill>
                <a:latin typeface="Roboto"/>
                <a:ea typeface="Roboto"/>
                <a:cs typeface="Roboto"/>
              </a:defRPr>
            </a:lvl8pPr>
            <a:lvl9pPr algn="l">
              <a:defRPr sz="1725">
                <a:solidFill>
                  <a:srgbClr val="171717"/>
                </a:solidFill>
                <a:latin typeface="Roboto"/>
                <a:ea typeface="Roboto"/>
                <a:cs typeface="Roboto"/>
              </a:defRPr>
            </a:lvl9pPr>
          </a:lstStyle>
          <a:p>
            <a:pPr algn="l">
              <a:defRPr sz="1725">
                <a:solidFill>
                  <a:srgbClr val="171717"/>
                </a:solidFill>
                <a:latin typeface="Roboto"/>
                <a:ea typeface="Roboto"/>
                <a:cs typeface="Roboto"/>
              </a:defRPr>
            </a:pPr>
            <a:r>
              <a:rPr sz="1725">
                <a:solidFill>
                  <a:srgbClr val="171717"/>
                </a:solidFill>
                <a:latin typeface="Roboto"/>
                <a:ea typeface="Roboto"/>
                <a:cs typeface="Roboto"/>
              </a:rPr>
              <a:t>Сравнивать F1 и полноту скрытия ФИО и организаций</a:t>
            </a:r>
          </a:p>
        </p:txBody>
      </p:sp>
      <p:sp>
        <p:nvSpPr>
          <p:cNvPr id="10" name="В test всего 45 организаций: небольшой прирост пока неустойч">
            <a:extLst>
              <a:ext uri="{FF2B5EF4-FFF2-40B4-BE49-F238E27FC236}">
                <a16:creationId xmlns:a16="http://schemas.microsoft.com/office/drawing/2014/main" id="{520289F5-2EC7-47FD-9E13-9A3730D70C5A}"/>
              </a:ext>
            </a:extLst>
          </p:cNvPr>
          <p:cNvSpPr>
            <a:spLocks noGrp="1"/>
          </p:cNvSpPr>
          <p:nvPr/>
        </p:nvSpPr>
        <p:spPr>
          <a:xfrm>
            <a:off x="666750" y="4629150"/>
            <a:ext cx="7858125" cy="314325"/>
          </a:xfrm>
          <a:prstGeom prst="rect">
            <a:avLst/>
          </a:prstGeom>
          <a:noFill/>
          <a:ln w="0">
            <a:noFill/>
          </a:ln>
        </p:spPr>
        <p:txBody>
          <a:bodyPr wrap="square" lIns="0" tIns="0" rIns="0" bIns="0" anchor="t">
            <a:noAutofit/>
          </a:bodyPr>
          <a:lstStyle>
            <a:defPPr algn="l">
              <a:defRPr sz="1500">
                <a:solidFill>
                  <a:srgbClr val="3F299A"/>
                </a:solidFill>
                <a:latin typeface="Roboto"/>
                <a:ea typeface="Roboto"/>
                <a:cs typeface="Roboto"/>
              </a:defRPr>
            </a:defPPr>
            <a:lvl1pPr algn="l">
              <a:defRPr sz="1500">
                <a:solidFill>
                  <a:srgbClr val="3F299A"/>
                </a:solidFill>
                <a:latin typeface="Roboto"/>
                <a:ea typeface="Roboto"/>
                <a:cs typeface="Roboto"/>
              </a:defRPr>
            </a:lvl1pPr>
            <a:lvl2pPr algn="l">
              <a:defRPr sz="1500">
                <a:solidFill>
                  <a:srgbClr val="3F299A"/>
                </a:solidFill>
                <a:latin typeface="Roboto"/>
                <a:ea typeface="Roboto"/>
                <a:cs typeface="Roboto"/>
              </a:defRPr>
            </a:lvl2pPr>
            <a:lvl3pPr algn="l">
              <a:defRPr sz="1500">
                <a:solidFill>
                  <a:srgbClr val="3F299A"/>
                </a:solidFill>
                <a:latin typeface="Roboto"/>
                <a:ea typeface="Roboto"/>
                <a:cs typeface="Roboto"/>
              </a:defRPr>
            </a:lvl3pPr>
            <a:lvl4pPr algn="l">
              <a:defRPr sz="1500">
                <a:solidFill>
                  <a:srgbClr val="3F299A"/>
                </a:solidFill>
                <a:latin typeface="Roboto"/>
                <a:ea typeface="Roboto"/>
                <a:cs typeface="Roboto"/>
              </a:defRPr>
            </a:lvl4pPr>
            <a:lvl5pPr algn="l">
              <a:defRPr sz="1500">
                <a:solidFill>
                  <a:srgbClr val="3F299A"/>
                </a:solidFill>
                <a:latin typeface="Roboto"/>
                <a:ea typeface="Roboto"/>
                <a:cs typeface="Roboto"/>
              </a:defRPr>
            </a:lvl5pPr>
            <a:lvl6pPr algn="l">
              <a:defRPr sz="1500">
                <a:solidFill>
                  <a:srgbClr val="3F299A"/>
                </a:solidFill>
                <a:latin typeface="Roboto"/>
                <a:ea typeface="Roboto"/>
                <a:cs typeface="Roboto"/>
              </a:defRPr>
            </a:lvl6pPr>
            <a:lvl7pPr algn="l">
              <a:defRPr sz="1500">
                <a:solidFill>
                  <a:srgbClr val="3F299A"/>
                </a:solidFill>
                <a:latin typeface="Roboto"/>
                <a:ea typeface="Roboto"/>
                <a:cs typeface="Roboto"/>
              </a:defRPr>
            </a:lvl7pPr>
            <a:lvl8pPr algn="l">
              <a:defRPr sz="1500">
                <a:solidFill>
                  <a:srgbClr val="3F299A"/>
                </a:solidFill>
                <a:latin typeface="Roboto"/>
                <a:ea typeface="Roboto"/>
                <a:cs typeface="Roboto"/>
              </a:defRPr>
            </a:lvl8pPr>
            <a:lvl9pPr algn="l">
              <a:defRPr sz="1500">
                <a:solidFill>
                  <a:srgbClr val="3F299A"/>
                </a:solidFill>
                <a:latin typeface="Roboto"/>
                <a:ea typeface="Roboto"/>
                <a:cs typeface="Roboto"/>
              </a:defRPr>
            </a:lvl9pPr>
          </a:lstStyle>
          <a:p>
            <a:pPr algn="l">
              <a:defRPr sz="1500">
                <a:solidFill>
                  <a:srgbClr val="3F299A"/>
                </a:solidFill>
                <a:latin typeface="Roboto"/>
                <a:ea typeface="Roboto"/>
                <a:cs typeface="Roboto"/>
              </a:defRPr>
            </a:pPr>
            <a:r>
              <a:rPr sz="1500">
                <a:solidFill>
                  <a:srgbClr val="3F299A"/>
                </a:solidFill>
                <a:latin typeface="Roboto"/>
                <a:ea typeface="Roboto"/>
                <a:cs typeface="Roboto"/>
              </a:rPr>
              <a:t>В test всего 45 организаций: небольшой прирост пока неустойчив</a:t>
            </a:r>
          </a:p>
        </p:txBody>
      </p:sp>
    </p:spTree>
    <p:extLst>
      <p:ext uri="{BB962C8B-B14F-4D97-AF65-F5344CB8AC3E}">
        <p14:creationId xmlns:p14="http://schemas.microsoft.com/office/powerpoint/2010/main" val="7533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Выводы">
            <a:extLst>
              <a:ext uri="{FF2B5EF4-FFF2-40B4-BE49-F238E27FC236}">
                <a16:creationId xmlns:a16="http://schemas.microsoft.com/office/drawing/2014/main" id="{F8E46731-FD81-4D8D-93BE-FB8DA35C42FF}"/>
              </a:ext>
            </a:extLst>
          </p:cNvPr>
          <p:cNvSpPr>
            <a:spLocks noGrp="1"/>
          </p:cNvSpPr>
          <p:nvPr/>
        </p:nvSpPr>
        <p:spPr>
          <a:xfrm>
            <a:off x="600075" y="428625"/>
            <a:ext cx="7943850" cy="714375"/>
          </a:xfrm>
          <a:prstGeom prst="rect">
            <a:avLst/>
          </a:prstGeom>
          <a:noFill/>
          <a:ln w="0">
            <a:noFill/>
          </a:ln>
        </p:spPr>
        <p:txBody>
          <a:bodyPr wrap="square" lIns="0" tIns="0" rIns="0" bIns="0" anchor="t">
            <a:noAutofit/>
          </a:bodyPr>
          <a:lstStyle>
            <a:defPPr algn="l">
              <a:defRPr sz="3000" b="1">
                <a:solidFill>
                  <a:srgbClr val="000000"/>
                </a:solidFill>
                <a:latin typeface="Roboto"/>
                <a:ea typeface="Roboto"/>
                <a:cs typeface="Roboto"/>
              </a:defRPr>
            </a:defPPr>
            <a:lvl1pPr algn="l">
              <a:defRPr sz="3000" b="1">
                <a:solidFill>
                  <a:srgbClr val="000000"/>
                </a:solidFill>
                <a:latin typeface="Roboto"/>
                <a:ea typeface="Roboto"/>
                <a:cs typeface="Roboto"/>
              </a:defRPr>
            </a:lvl1pPr>
            <a:lvl2pPr algn="l">
              <a:defRPr sz="3000" b="1">
                <a:solidFill>
                  <a:srgbClr val="000000"/>
                </a:solidFill>
                <a:latin typeface="Roboto"/>
                <a:ea typeface="Roboto"/>
                <a:cs typeface="Roboto"/>
              </a:defRPr>
            </a:lvl2pPr>
            <a:lvl3pPr algn="l">
              <a:defRPr sz="3000" b="1">
                <a:solidFill>
                  <a:srgbClr val="000000"/>
                </a:solidFill>
                <a:latin typeface="Roboto"/>
                <a:ea typeface="Roboto"/>
                <a:cs typeface="Roboto"/>
              </a:defRPr>
            </a:lvl3pPr>
            <a:lvl4pPr algn="l">
              <a:defRPr sz="3000" b="1">
                <a:solidFill>
                  <a:srgbClr val="000000"/>
                </a:solidFill>
                <a:latin typeface="Roboto"/>
                <a:ea typeface="Roboto"/>
                <a:cs typeface="Roboto"/>
              </a:defRPr>
            </a:lvl4pPr>
            <a:lvl5pPr algn="l">
              <a:defRPr sz="3000" b="1">
                <a:solidFill>
                  <a:srgbClr val="000000"/>
                </a:solidFill>
                <a:latin typeface="Roboto"/>
                <a:ea typeface="Roboto"/>
                <a:cs typeface="Roboto"/>
              </a:defRPr>
            </a:lvl5pPr>
            <a:lvl6pPr algn="l">
              <a:defRPr sz="3000" b="1">
                <a:solidFill>
                  <a:srgbClr val="000000"/>
                </a:solidFill>
                <a:latin typeface="Roboto"/>
                <a:ea typeface="Roboto"/>
                <a:cs typeface="Roboto"/>
              </a:defRPr>
            </a:lvl6pPr>
            <a:lvl7pPr algn="l">
              <a:defRPr sz="3000" b="1">
                <a:solidFill>
                  <a:srgbClr val="000000"/>
                </a:solidFill>
                <a:latin typeface="Roboto"/>
                <a:ea typeface="Roboto"/>
                <a:cs typeface="Roboto"/>
              </a:defRPr>
            </a:lvl7pPr>
            <a:lvl8pPr algn="l">
              <a:defRPr sz="3000" b="1">
                <a:solidFill>
                  <a:srgbClr val="000000"/>
                </a:solidFill>
                <a:latin typeface="Roboto"/>
                <a:ea typeface="Roboto"/>
                <a:cs typeface="Roboto"/>
              </a:defRPr>
            </a:lvl8pPr>
            <a:lvl9pPr algn="l">
              <a:defRPr sz="3000" b="1">
                <a:solidFill>
                  <a:srgbClr val="000000"/>
                </a:solidFill>
                <a:latin typeface="Roboto"/>
                <a:ea typeface="Roboto"/>
                <a:cs typeface="Roboto"/>
              </a:defRPr>
            </a:lvl9pPr>
          </a:lstStyle>
          <a:p>
            <a:pPr algn="l">
              <a:defRPr sz="3000" b="1">
                <a:solidFill>
                  <a:srgbClr val="000000"/>
                </a:solidFill>
                <a:latin typeface="Roboto"/>
                <a:ea typeface="Roboto"/>
                <a:cs typeface="Roboto"/>
              </a:defRPr>
            </a:pPr>
            <a:r>
              <a:rPr sz="3000" b="1">
                <a:solidFill>
                  <a:srgbClr val="000000"/>
                </a:solidFill>
                <a:latin typeface="Roboto"/>
                <a:ea typeface="Roboto"/>
                <a:cs typeface="Roboto"/>
              </a:rPr>
              <a:t>Выводы</a:t>
            </a:r>
          </a:p>
        </p:txBody>
      </p:sp>
      <p:sp>
        <p:nvSpPr>
          <p:cNvPr id="2" name="1.">
            <a:extLst>
              <a:ext uri="{FF2B5EF4-FFF2-40B4-BE49-F238E27FC236}">
                <a16:creationId xmlns:a16="http://schemas.microsoft.com/office/drawing/2014/main" id="{4C1E2663-5969-4C4F-B718-3DF9083DD593}"/>
              </a:ext>
            </a:extLst>
          </p:cNvPr>
          <p:cNvSpPr>
            <a:spLocks noGrp="1"/>
          </p:cNvSpPr>
          <p:nvPr/>
        </p:nvSpPr>
        <p:spPr>
          <a:xfrm>
            <a:off x="952500" y="1495425"/>
            <a:ext cx="381000" cy="695325"/>
          </a:xfrm>
          <a:prstGeom prst="rect">
            <a:avLst/>
          </a:prstGeom>
          <a:noFill/>
          <a:ln w="0">
            <a:noFill/>
          </a:ln>
        </p:spPr>
        <p:txBody>
          <a:bodyPr wrap="square" lIns="0" tIns="0" rIns="0" bIns="0" anchor="t">
            <a:noAutofit/>
          </a:bodyPr>
          <a:lstStyle>
            <a:defPPr algn="l">
              <a:defRPr sz="1875" b="1">
                <a:solidFill>
                  <a:srgbClr val="3F299A"/>
                </a:solidFill>
                <a:latin typeface="Roboto"/>
                <a:ea typeface="Roboto"/>
                <a:cs typeface="Roboto"/>
              </a:defRPr>
            </a:defPPr>
            <a:lvl1pPr algn="l">
              <a:defRPr sz="1875" b="1">
                <a:solidFill>
                  <a:srgbClr val="3F299A"/>
                </a:solidFill>
                <a:latin typeface="Roboto"/>
                <a:ea typeface="Roboto"/>
                <a:cs typeface="Roboto"/>
              </a:defRPr>
            </a:lvl1pPr>
            <a:lvl2pPr algn="l">
              <a:defRPr sz="1875" b="1">
                <a:solidFill>
                  <a:srgbClr val="3F299A"/>
                </a:solidFill>
                <a:latin typeface="Roboto"/>
                <a:ea typeface="Roboto"/>
                <a:cs typeface="Roboto"/>
              </a:defRPr>
            </a:lvl2pPr>
            <a:lvl3pPr algn="l">
              <a:defRPr sz="1875" b="1">
                <a:solidFill>
                  <a:srgbClr val="3F299A"/>
                </a:solidFill>
                <a:latin typeface="Roboto"/>
                <a:ea typeface="Roboto"/>
                <a:cs typeface="Roboto"/>
              </a:defRPr>
            </a:lvl3pPr>
            <a:lvl4pPr algn="l">
              <a:defRPr sz="1875" b="1">
                <a:solidFill>
                  <a:srgbClr val="3F299A"/>
                </a:solidFill>
                <a:latin typeface="Roboto"/>
                <a:ea typeface="Roboto"/>
                <a:cs typeface="Roboto"/>
              </a:defRPr>
            </a:lvl4pPr>
            <a:lvl5pPr algn="l">
              <a:defRPr sz="1875" b="1">
                <a:solidFill>
                  <a:srgbClr val="3F299A"/>
                </a:solidFill>
                <a:latin typeface="Roboto"/>
                <a:ea typeface="Roboto"/>
                <a:cs typeface="Roboto"/>
              </a:defRPr>
            </a:lvl5pPr>
            <a:lvl6pPr algn="l">
              <a:defRPr sz="1875" b="1">
                <a:solidFill>
                  <a:srgbClr val="3F299A"/>
                </a:solidFill>
                <a:latin typeface="Roboto"/>
                <a:ea typeface="Roboto"/>
                <a:cs typeface="Roboto"/>
              </a:defRPr>
            </a:lvl6pPr>
            <a:lvl7pPr algn="l">
              <a:defRPr sz="1875" b="1">
                <a:solidFill>
                  <a:srgbClr val="3F299A"/>
                </a:solidFill>
                <a:latin typeface="Roboto"/>
                <a:ea typeface="Roboto"/>
                <a:cs typeface="Roboto"/>
              </a:defRPr>
            </a:lvl7pPr>
            <a:lvl8pPr algn="l">
              <a:defRPr sz="1875" b="1">
                <a:solidFill>
                  <a:srgbClr val="3F299A"/>
                </a:solidFill>
                <a:latin typeface="Roboto"/>
                <a:ea typeface="Roboto"/>
                <a:cs typeface="Roboto"/>
              </a:defRPr>
            </a:lvl8pPr>
            <a:lvl9pPr algn="l">
              <a:defRPr sz="1875" b="1">
                <a:solidFill>
                  <a:srgbClr val="3F299A"/>
                </a:solidFill>
                <a:latin typeface="Roboto"/>
                <a:ea typeface="Roboto"/>
                <a:cs typeface="Roboto"/>
              </a:defRPr>
            </a:lvl9pPr>
          </a:lstStyle>
          <a:p>
            <a:pPr algn="l">
              <a:defRPr sz="1875" b="1">
                <a:solidFill>
                  <a:srgbClr val="3F299A"/>
                </a:solidFill>
                <a:latin typeface="Roboto"/>
                <a:ea typeface="Roboto"/>
                <a:cs typeface="Roboto"/>
              </a:defRPr>
            </a:pPr>
            <a:r>
              <a:rPr sz="1875" b="1">
                <a:solidFill>
                  <a:srgbClr val="3F299A"/>
                </a:solidFill>
                <a:latin typeface="Roboto"/>
                <a:ea typeface="Roboto"/>
                <a:cs typeface="Roboto"/>
              </a:rPr>
              <a:t>1.</a:t>
            </a:r>
          </a:p>
        </p:txBody>
      </p:sp>
      <p:sp>
        <p:nvSpPr>
          <p:cNvPr id="3" name="Дообучение повысило micro F1 с 0,387 до 0,704">
            <a:extLst>
              <a:ext uri="{FF2B5EF4-FFF2-40B4-BE49-F238E27FC236}">
                <a16:creationId xmlns:a16="http://schemas.microsoft.com/office/drawing/2014/main" id="{6C98C273-2044-47B4-B619-793351639F89}"/>
              </a:ext>
            </a:extLst>
          </p:cNvPr>
          <p:cNvSpPr>
            <a:spLocks noGrp="1"/>
          </p:cNvSpPr>
          <p:nvPr/>
        </p:nvSpPr>
        <p:spPr>
          <a:xfrm>
            <a:off x="1447800" y="1495425"/>
            <a:ext cx="7029450" cy="695325"/>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defRPr sz="1875">
                <a:solidFill>
                  <a:srgbClr val="171717"/>
                </a:solidFill>
                <a:latin typeface="Roboto"/>
                <a:ea typeface="Roboto"/>
                <a:cs typeface="Roboto"/>
              </a:defRPr>
            </a:lvl1pPr>
            <a:lvl2pPr algn="l">
              <a:defRPr sz="1875">
                <a:solidFill>
                  <a:srgbClr val="171717"/>
                </a:solidFill>
                <a:latin typeface="Roboto"/>
                <a:ea typeface="Roboto"/>
                <a:cs typeface="Roboto"/>
              </a:defRPr>
            </a:lvl2pPr>
            <a:lvl3pPr algn="l">
              <a:defRPr sz="1875">
                <a:solidFill>
                  <a:srgbClr val="171717"/>
                </a:solidFill>
                <a:latin typeface="Roboto"/>
                <a:ea typeface="Roboto"/>
                <a:cs typeface="Roboto"/>
              </a:defRPr>
            </a:lvl3pPr>
            <a:lvl4pPr algn="l">
              <a:defRPr sz="1875">
                <a:solidFill>
                  <a:srgbClr val="171717"/>
                </a:solidFill>
                <a:latin typeface="Roboto"/>
                <a:ea typeface="Roboto"/>
                <a:cs typeface="Roboto"/>
              </a:defRPr>
            </a:lvl4pPr>
            <a:lvl5pPr algn="l">
              <a:defRPr sz="1875">
                <a:solidFill>
                  <a:srgbClr val="171717"/>
                </a:solidFill>
                <a:latin typeface="Roboto"/>
                <a:ea typeface="Roboto"/>
                <a:cs typeface="Roboto"/>
              </a:defRPr>
            </a:lvl5pPr>
            <a:lvl6pPr algn="l">
              <a:defRPr sz="1875">
                <a:solidFill>
                  <a:srgbClr val="171717"/>
                </a:solidFill>
                <a:latin typeface="Roboto"/>
                <a:ea typeface="Roboto"/>
                <a:cs typeface="Roboto"/>
              </a:defRPr>
            </a:lvl6pPr>
            <a:lvl7pPr algn="l">
              <a:defRPr sz="1875">
                <a:solidFill>
                  <a:srgbClr val="171717"/>
                </a:solidFill>
                <a:latin typeface="Roboto"/>
                <a:ea typeface="Roboto"/>
                <a:cs typeface="Roboto"/>
              </a:defRPr>
            </a:lvl7pPr>
            <a:lvl8pPr algn="l">
              <a:defRPr sz="1875">
                <a:solidFill>
                  <a:srgbClr val="171717"/>
                </a:solidFill>
                <a:latin typeface="Roboto"/>
                <a:ea typeface="Roboto"/>
                <a:cs typeface="Roboto"/>
              </a:defRPr>
            </a:lvl8pPr>
            <a:lvl9pPr algn="l">
              <a:defRPr sz="1875">
                <a:solidFill>
                  <a:srgbClr val="171717"/>
                </a:solidFill>
                <a:latin typeface="Roboto"/>
                <a:ea typeface="Roboto"/>
                <a:cs typeface="Roboto"/>
              </a:defRPr>
            </a:lvl9pPr>
          </a:lstStyle>
          <a:p>
            <a:pPr algn="l">
              <a:defRPr sz="1875">
                <a:solidFill>
                  <a:srgbClr val="171717"/>
                </a:solidFill>
                <a:latin typeface="Roboto"/>
                <a:ea typeface="Roboto"/>
                <a:cs typeface="Roboto"/>
              </a:defRPr>
            </a:pPr>
            <a:r>
              <a:rPr sz="1875" dirty="0" err="1">
                <a:solidFill>
                  <a:srgbClr val="171717"/>
                </a:solidFill>
                <a:latin typeface="Roboto"/>
                <a:ea typeface="Roboto"/>
                <a:cs typeface="Roboto"/>
              </a:rPr>
              <a:t>Дообучение</a:t>
            </a:r>
            <a:r>
              <a:rPr sz="1875" dirty="0">
                <a:solidFill>
                  <a:srgbClr val="171717"/>
                </a:solidFill>
                <a:latin typeface="Roboto"/>
                <a:ea typeface="Roboto"/>
                <a:cs typeface="Roboto"/>
              </a:rPr>
              <a:t> </a:t>
            </a:r>
            <a:r>
              <a:rPr sz="1875" dirty="0" err="1">
                <a:solidFill>
                  <a:srgbClr val="171717"/>
                </a:solidFill>
                <a:latin typeface="Roboto"/>
                <a:ea typeface="Roboto"/>
                <a:cs typeface="Roboto"/>
              </a:rPr>
              <a:t>повысило</a:t>
            </a:r>
            <a:r>
              <a:rPr sz="1875" dirty="0">
                <a:solidFill>
                  <a:srgbClr val="171717"/>
                </a:solidFill>
                <a:latin typeface="Roboto"/>
                <a:ea typeface="Roboto"/>
                <a:cs typeface="Roboto"/>
              </a:rPr>
              <a:t> micro F1 </a:t>
            </a:r>
            <a:r>
              <a:rPr sz="1875" dirty="0" err="1">
                <a:solidFill>
                  <a:srgbClr val="171717"/>
                </a:solidFill>
                <a:latin typeface="Roboto"/>
                <a:ea typeface="Roboto"/>
                <a:cs typeface="Roboto"/>
              </a:rPr>
              <a:t>с</a:t>
            </a:r>
            <a:r>
              <a:rPr sz="1875" dirty="0">
                <a:solidFill>
                  <a:srgbClr val="171717"/>
                </a:solidFill>
                <a:latin typeface="Roboto"/>
                <a:ea typeface="Roboto"/>
                <a:cs typeface="Roboto"/>
              </a:rPr>
              <a:t> 0,387 </a:t>
            </a:r>
            <a:r>
              <a:rPr sz="1875" dirty="0" err="1">
                <a:solidFill>
                  <a:srgbClr val="171717"/>
                </a:solidFill>
                <a:latin typeface="Roboto"/>
                <a:ea typeface="Roboto"/>
                <a:cs typeface="Roboto"/>
              </a:rPr>
              <a:t>до</a:t>
            </a:r>
            <a:r>
              <a:rPr sz="1875" dirty="0">
                <a:solidFill>
                  <a:srgbClr val="171717"/>
                </a:solidFill>
                <a:latin typeface="Roboto"/>
                <a:ea typeface="Roboto"/>
                <a:cs typeface="Roboto"/>
              </a:rPr>
              <a:t> 0,704</a:t>
            </a:r>
          </a:p>
        </p:txBody>
      </p:sp>
      <p:sp>
        <p:nvSpPr>
          <p:cNvPr id="4" name="2.">
            <a:extLst>
              <a:ext uri="{FF2B5EF4-FFF2-40B4-BE49-F238E27FC236}">
                <a16:creationId xmlns:a16="http://schemas.microsoft.com/office/drawing/2014/main" id="{7E4360BF-346C-47AD-A603-680E6DFE245D}"/>
              </a:ext>
            </a:extLst>
          </p:cNvPr>
          <p:cNvSpPr>
            <a:spLocks noGrp="1"/>
          </p:cNvSpPr>
          <p:nvPr/>
        </p:nvSpPr>
        <p:spPr>
          <a:xfrm>
            <a:off x="952500" y="2238375"/>
            <a:ext cx="381000" cy="695325"/>
          </a:xfrm>
          <a:prstGeom prst="rect">
            <a:avLst/>
          </a:prstGeom>
          <a:noFill/>
          <a:ln w="0">
            <a:noFill/>
          </a:ln>
        </p:spPr>
        <p:txBody>
          <a:bodyPr wrap="square" lIns="0" tIns="0" rIns="0" bIns="0" anchor="t">
            <a:noAutofit/>
          </a:bodyPr>
          <a:lstStyle>
            <a:defPPr algn="l">
              <a:defRPr sz="1875" b="1">
                <a:solidFill>
                  <a:srgbClr val="3F299A"/>
                </a:solidFill>
                <a:latin typeface="Roboto"/>
                <a:ea typeface="Roboto"/>
                <a:cs typeface="Roboto"/>
              </a:defRPr>
            </a:defPPr>
            <a:lvl1pPr algn="l">
              <a:defRPr sz="1875" b="1">
                <a:solidFill>
                  <a:srgbClr val="3F299A"/>
                </a:solidFill>
                <a:latin typeface="Roboto"/>
                <a:ea typeface="Roboto"/>
                <a:cs typeface="Roboto"/>
              </a:defRPr>
            </a:lvl1pPr>
            <a:lvl2pPr algn="l">
              <a:defRPr sz="1875" b="1">
                <a:solidFill>
                  <a:srgbClr val="3F299A"/>
                </a:solidFill>
                <a:latin typeface="Roboto"/>
                <a:ea typeface="Roboto"/>
                <a:cs typeface="Roboto"/>
              </a:defRPr>
            </a:lvl2pPr>
            <a:lvl3pPr algn="l">
              <a:defRPr sz="1875" b="1">
                <a:solidFill>
                  <a:srgbClr val="3F299A"/>
                </a:solidFill>
                <a:latin typeface="Roboto"/>
                <a:ea typeface="Roboto"/>
                <a:cs typeface="Roboto"/>
              </a:defRPr>
            </a:lvl3pPr>
            <a:lvl4pPr algn="l">
              <a:defRPr sz="1875" b="1">
                <a:solidFill>
                  <a:srgbClr val="3F299A"/>
                </a:solidFill>
                <a:latin typeface="Roboto"/>
                <a:ea typeface="Roboto"/>
                <a:cs typeface="Roboto"/>
              </a:defRPr>
            </a:lvl4pPr>
            <a:lvl5pPr algn="l">
              <a:defRPr sz="1875" b="1">
                <a:solidFill>
                  <a:srgbClr val="3F299A"/>
                </a:solidFill>
                <a:latin typeface="Roboto"/>
                <a:ea typeface="Roboto"/>
                <a:cs typeface="Roboto"/>
              </a:defRPr>
            </a:lvl5pPr>
            <a:lvl6pPr algn="l">
              <a:defRPr sz="1875" b="1">
                <a:solidFill>
                  <a:srgbClr val="3F299A"/>
                </a:solidFill>
                <a:latin typeface="Roboto"/>
                <a:ea typeface="Roboto"/>
                <a:cs typeface="Roboto"/>
              </a:defRPr>
            </a:lvl6pPr>
            <a:lvl7pPr algn="l">
              <a:defRPr sz="1875" b="1">
                <a:solidFill>
                  <a:srgbClr val="3F299A"/>
                </a:solidFill>
                <a:latin typeface="Roboto"/>
                <a:ea typeface="Roboto"/>
                <a:cs typeface="Roboto"/>
              </a:defRPr>
            </a:lvl7pPr>
            <a:lvl8pPr algn="l">
              <a:defRPr sz="1875" b="1">
                <a:solidFill>
                  <a:srgbClr val="3F299A"/>
                </a:solidFill>
                <a:latin typeface="Roboto"/>
                <a:ea typeface="Roboto"/>
                <a:cs typeface="Roboto"/>
              </a:defRPr>
            </a:lvl8pPr>
            <a:lvl9pPr algn="l">
              <a:defRPr sz="1875" b="1">
                <a:solidFill>
                  <a:srgbClr val="3F299A"/>
                </a:solidFill>
                <a:latin typeface="Roboto"/>
                <a:ea typeface="Roboto"/>
                <a:cs typeface="Roboto"/>
              </a:defRPr>
            </a:lvl9pPr>
          </a:lstStyle>
          <a:p>
            <a:pPr algn="l">
              <a:defRPr sz="1875" b="1">
                <a:solidFill>
                  <a:srgbClr val="3F299A"/>
                </a:solidFill>
                <a:latin typeface="Roboto"/>
                <a:ea typeface="Roboto"/>
                <a:cs typeface="Roboto"/>
              </a:defRPr>
            </a:pPr>
            <a:r>
              <a:rPr sz="1875" b="1">
                <a:solidFill>
                  <a:srgbClr val="3F299A"/>
                </a:solidFill>
                <a:latin typeface="Roboto"/>
                <a:ea typeface="Roboto"/>
                <a:cs typeface="Roboto"/>
              </a:rPr>
              <a:t>2.</a:t>
            </a:r>
          </a:p>
        </p:txBody>
      </p:sp>
      <p:sp>
        <p:nvSpPr>
          <p:cNvPr id="5" name="ФИО: F1 0,860. Организации: F1 0,404">
            <a:extLst>
              <a:ext uri="{FF2B5EF4-FFF2-40B4-BE49-F238E27FC236}">
                <a16:creationId xmlns:a16="http://schemas.microsoft.com/office/drawing/2014/main" id="{660419BD-1FFE-4FF8-B7F9-E046E5E947FF}"/>
              </a:ext>
            </a:extLst>
          </p:cNvPr>
          <p:cNvSpPr>
            <a:spLocks noGrp="1"/>
          </p:cNvSpPr>
          <p:nvPr/>
        </p:nvSpPr>
        <p:spPr>
          <a:xfrm>
            <a:off x="1447800" y="2238375"/>
            <a:ext cx="7029450" cy="695325"/>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defRPr sz="1875">
                <a:solidFill>
                  <a:srgbClr val="171717"/>
                </a:solidFill>
                <a:latin typeface="Roboto"/>
                <a:ea typeface="Roboto"/>
                <a:cs typeface="Roboto"/>
              </a:defRPr>
            </a:lvl1pPr>
            <a:lvl2pPr algn="l">
              <a:defRPr sz="1875">
                <a:solidFill>
                  <a:srgbClr val="171717"/>
                </a:solidFill>
                <a:latin typeface="Roboto"/>
                <a:ea typeface="Roboto"/>
                <a:cs typeface="Roboto"/>
              </a:defRPr>
            </a:lvl2pPr>
            <a:lvl3pPr algn="l">
              <a:defRPr sz="1875">
                <a:solidFill>
                  <a:srgbClr val="171717"/>
                </a:solidFill>
                <a:latin typeface="Roboto"/>
                <a:ea typeface="Roboto"/>
                <a:cs typeface="Roboto"/>
              </a:defRPr>
            </a:lvl3pPr>
            <a:lvl4pPr algn="l">
              <a:defRPr sz="1875">
                <a:solidFill>
                  <a:srgbClr val="171717"/>
                </a:solidFill>
                <a:latin typeface="Roboto"/>
                <a:ea typeface="Roboto"/>
                <a:cs typeface="Roboto"/>
              </a:defRPr>
            </a:lvl4pPr>
            <a:lvl5pPr algn="l">
              <a:defRPr sz="1875">
                <a:solidFill>
                  <a:srgbClr val="171717"/>
                </a:solidFill>
                <a:latin typeface="Roboto"/>
                <a:ea typeface="Roboto"/>
                <a:cs typeface="Roboto"/>
              </a:defRPr>
            </a:lvl5pPr>
            <a:lvl6pPr algn="l">
              <a:defRPr sz="1875">
                <a:solidFill>
                  <a:srgbClr val="171717"/>
                </a:solidFill>
                <a:latin typeface="Roboto"/>
                <a:ea typeface="Roboto"/>
                <a:cs typeface="Roboto"/>
              </a:defRPr>
            </a:lvl6pPr>
            <a:lvl7pPr algn="l">
              <a:defRPr sz="1875">
                <a:solidFill>
                  <a:srgbClr val="171717"/>
                </a:solidFill>
                <a:latin typeface="Roboto"/>
                <a:ea typeface="Roboto"/>
                <a:cs typeface="Roboto"/>
              </a:defRPr>
            </a:lvl7pPr>
            <a:lvl8pPr algn="l">
              <a:defRPr sz="1875">
                <a:solidFill>
                  <a:srgbClr val="171717"/>
                </a:solidFill>
                <a:latin typeface="Roboto"/>
                <a:ea typeface="Roboto"/>
                <a:cs typeface="Roboto"/>
              </a:defRPr>
            </a:lvl8pPr>
            <a:lvl9pPr algn="l">
              <a:defRPr sz="1875">
                <a:solidFill>
                  <a:srgbClr val="171717"/>
                </a:solidFill>
                <a:latin typeface="Roboto"/>
                <a:ea typeface="Roboto"/>
                <a:cs typeface="Roboto"/>
              </a:defRPr>
            </a:lvl9pPr>
          </a:lstStyle>
          <a:p>
            <a:pPr algn="l">
              <a:defRPr sz="1875">
                <a:solidFill>
                  <a:srgbClr val="171717"/>
                </a:solidFill>
                <a:latin typeface="Roboto"/>
                <a:ea typeface="Roboto"/>
                <a:cs typeface="Roboto"/>
              </a:defRPr>
            </a:pPr>
            <a:r>
              <a:rPr sz="1875" dirty="0">
                <a:solidFill>
                  <a:srgbClr val="171717"/>
                </a:solidFill>
                <a:latin typeface="Roboto"/>
                <a:ea typeface="Roboto"/>
                <a:cs typeface="Roboto"/>
              </a:rPr>
              <a:t>ФИО: F1 0,860. </a:t>
            </a:r>
            <a:r>
              <a:rPr sz="1875" dirty="0" err="1">
                <a:solidFill>
                  <a:srgbClr val="171717"/>
                </a:solidFill>
                <a:latin typeface="Roboto"/>
                <a:ea typeface="Roboto"/>
                <a:cs typeface="Roboto"/>
              </a:rPr>
              <a:t>Организации</a:t>
            </a:r>
            <a:r>
              <a:rPr sz="1875" dirty="0">
                <a:solidFill>
                  <a:srgbClr val="171717"/>
                </a:solidFill>
                <a:latin typeface="Roboto"/>
                <a:ea typeface="Roboto"/>
                <a:cs typeface="Roboto"/>
              </a:rPr>
              <a:t>: F1 0,404</a:t>
            </a:r>
          </a:p>
        </p:txBody>
      </p:sp>
      <p:sp>
        <p:nvSpPr>
          <p:cNvPr id="6" name="3.">
            <a:extLst>
              <a:ext uri="{FF2B5EF4-FFF2-40B4-BE49-F238E27FC236}">
                <a16:creationId xmlns:a16="http://schemas.microsoft.com/office/drawing/2014/main" id="{D1F57642-E8C8-4815-83E1-04FF00446D87}"/>
              </a:ext>
            </a:extLst>
          </p:cNvPr>
          <p:cNvSpPr>
            <a:spLocks noGrp="1"/>
          </p:cNvSpPr>
          <p:nvPr/>
        </p:nvSpPr>
        <p:spPr>
          <a:xfrm>
            <a:off x="952500" y="2981325"/>
            <a:ext cx="381000" cy="695325"/>
          </a:xfrm>
          <a:prstGeom prst="rect">
            <a:avLst/>
          </a:prstGeom>
          <a:noFill/>
          <a:ln w="0">
            <a:noFill/>
          </a:ln>
        </p:spPr>
        <p:txBody>
          <a:bodyPr wrap="square" lIns="0" tIns="0" rIns="0" bIns="0" anchor="t">
            <a:noAutofit/>
          </a:bodyPr>
          <a:lstStyle>
            <a:defPPr algn="l">
              <a:defRPr sz="1875" b="1">
                <a:solidFill>
                  <a:srgbClr val="3F299A"/>
                </a:solidFill>
                <a:latin typeface="Roboto"/>
                <a:ea typeface="Roboto"/>
                <a:cs typeface="Roboto"/>
              </a:defRPr>
            </a:defPPr>
            <a:lvl1pPr algn="l">
              <a:defRPr sz="1875" b="1">
                <a:solidFill>
                  <a:srgbClr val="3F299A"/>
                </a:solidFill>
                <a:latin typeface="Roboto"/>
                <a:ea typeface="Roboto"/>
                <a:cs typeface="Roboto"/>
              </a:defRPr>
            </a:lvl1pPr>
            <a:lvl2pPr algn="l">
              <a:defRPr sz="1875" b="1">
                <a:solidFill>
                  <a:srgbClr val="3F299A"/>
                </a:solidFill>
                <a:latin typeface="Roboto"/>
                <a:ea typeface="Roboto"/>
                <a:cs typeface="Roboto"/>
              </a:defRPr>
            </a:lvl2pPr>
            <a:lvl3pPr algn="l">
              <a:defRPr sz="1875" b="1">
                <a:solidFill>
                  <a:srgbClr val="3F299A"/>
                </a:solidFill>
                <a:latin typeface="Roboto"/>
                <a:ea typeface="Roboto"/>
                <a:cs typeface="Roboto"/>
              </a:defRPr>
            </a:lvl3pPr>
            <a:lvl4pPr algn="l">
              <a:defRPr sz="1875" b="1">
                <a:solidFill>
                  <a:srgbClr val="3F299A"/>
                </a:solidFill>
                <a:latin typeface="Roboto"/>
                <a:ea typeface="Roboto"/>
                <a:cs typeface="Roboto"/>
              </a:defRPr>
            </a:lvl4pPr>
            <a:lvl5pPr algn="l">
              <a:defRPr sz="1875" b="1">
                <a:solidFill>
                  <a:srgbClr val="3F299A"/>
                </a:solidFill>
                <a:latin typeface="Roboto"/>
                <a:ea typeface="Roboto"/>
                <a:cs typeface="Roboto"/>
              </a:defRPr>
            </a:lvl5pPr>
            <a:lvl6pPr algn="l">
              <a:defRPr sz="1875" b="1">
                <a:solidFill>
                  <a:srgbClr val="3F299A"/>
                </a:solidFill>
                <a:latin typeface="Roboto"/>
                <a:ea typeface="Roboto"/>
                <a:cs typeface="Roboto"/>
              </a:defRPr>
            </a:lvl6pPr>
            <a:lvl7pPr algn="l">
              <a:defRPr sz="1875" b="1">
                <a:solidFill>
                  <a:srgbClr val="3F299A"/>
                </a:solidFill>
                <a:latin typeface="Roboto"/>
                <a:ea typeface="Roboto"/>
                <a:cs typeface="Roboto"/>
              </a:defRPr>
            </a:lvl7pPr>
            <a:lvl8pPr algn="l">
              <a:defRPr sz="1875" b="1">
                <a:solidFill>
                  <a:srgbClr val="3F299A"/>
                </a:solidFill>
                <a:latin typeface="Roboto"/>
                <a:ea typeface="Roboto"/>
                <a:cs typeface="Roboto"/>
              </a:defRPr>
            </a:lvl8pPr>
            <a:lvl9pPr algn="l">
              <a:defRPr sz="1875" b="1">
                <a:solidFill>
                  <a:srgbClr val="3F299A"/>
                </a:solidFill>
                <a:latin typeface="Roboto"/>
                <a:ea typeface="Roboto"/>
                <a:cs typeface="Roboto"/>
              </a:defRPr>
            </a:lvl9pPr>
          </a:lstStyle>
          <a:p>
            <a:pPr algn="l">
              <a:defRPr sz="1875" b="1">
                <a:solidFill>
                  <a:srgbClr val="3F299A"/>
                </a:solidFill>
                <a:latin typeface="Roboto"/>
                <a:ea typeface="Roboto"/>
                <a:cs typeface="Roboto"/>
              </a:defRPr>
            </a:pPr>
            <a:r>
              <a:rPr sz="1875" b="1">
                <a:solidFill>
                  <a:srgbClr val="3F299A"/>
                </a:solidFill>
                <a:latin typeface="Roboto"/>
                <a:ea typeface="Roboto"/>
                <a:cs typeface="Roboto"/>
              </a:rPr>
              <a:t>3.</a:t>
            </a:r>
          </a:p>
        </p:txBody>
      </p:sp>
      <p:sp>
        <p:nvSpPr>
          <p:cNvPr id="7" name="Маскировка организаций требует доработки">
            <a:extLst>
              <a:ext uri="{FF2B5EF4-FFF2-40B4-BE49-F238E27FC236}">
                <a16:creationId xmlns:a16="http://schemas.microsoft.com/office/drawing/2014/main" id="{4CDD7974-8A14-4749-9584-798B866F022D}"/>
              </a:ext>
            </a:extLst>
          </p:cNvPr>
          <p:cNvSpPr>
            <a:spLocks noGrp="1"/>
          </p:cNvSpPr>
          <p:nvPr/>
        </p:nvSpPr>
        <p:spPr>
          <a:xfrm>
            <a:off x="1447800" y="2981325"/>
            <a:ext cx="7029450" cy="695325"/>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defRPr sz="1875">
                <a:solidFill>
                  <a:srgbClr val="171717"/>
                </a:solidFill>
                <a:latin typeface="Roboto"/>
                <a:ea typeface="Roboto"/>
                <a:cs typeface="Roboto"/>
              </a:defRPr>
            </a:lvl1pPr>
            <a:lvl2pPr algn="l">
              <a:defRPr sz="1875">
                <a:solidFill>
                  <a:srgbClr val="171717"/>
                </a:solidFill>
                <a:latin typeface="Roboto"/>
                <a:ea typeface="Roboto"/>
                <a:cs typeface="Roboto"/>
              </a:defRPr>
            </a:lvl2pPr>
            <a:lvl3pPr algn="l">
              <a:defRPr sz="1875">
                <a:solidFill>
                  <a:srgbClr val="171717"/>
                </a:solidFill>
                <a:latin typeface="Roboto"/>
                <a:ea typeface="Roboto"/>
                <a:cs typeface="Roboto"/>
              </a:defRPr>
            </a:lvl3pPr>
            <a:lvl4pPr algn="l">
              <a:defRPr sz="1875">
                <a:solidFill>
                  <a:srgbClr val="171717"/>
                </a:solidFill>
                <a:latin typeface="Roboto"/>
                <a:ea typeface="Roboto"/>
                <a:cs typeface="Roboto"/>
              </a:defRPr>
            </a:lvl4pPr>
            <a:lvl5pPr algn="l">
              <a:defRPr sz="1875">
                <a:solidFill>
                  <a:srgbClr val="171717"/>
                </a:solidFill>
                <a:latin typeface="Roboto"/>
                <a:ea typeface="Roboto"/>
                <a:cs typeface="Roboto"/>
              </a:defRPr>
            </a:lvl5pPr>
            <a:lvl6pPr algn="l">
              <a:defRPr sz="1875">
                <a:solidFill>
                  <a:srgbClr val="171717"/>
                </a:solidFill>
                <a:latin typeface="Roboto"/>
                <a:ea typeface="Roboto"/>
                <a:cs typeface="Roboto"/>
              </a:defRPr>
            </a:lvl6pPr>
            <a:lvl7pPr algn="l">
              <a:defRPr sz="1875">
                <a:solidFill>
                  <a:srgbClr val="171717"/>
                </a:solidFill>
                <a:latin typeface="Roboto"/>
                <a:ea typeface="Roboto"/>
                <a:cs typeface="Roboto"/>
              </a:defRPr>
            </a:lvl7pPr>
            <a:lvl8pPr algn="l">
              <a:defRPr sz="1875">
                <a:solidFill>
                  <a:srgbClr val="171717"/>
                </a:solidFill>
                <a:latin typeface="Roboto"/>
                <a:ea typeface="Roboto"/>
                <a:cs typeface="Roboto"/>
              </a:defRPr>
            </a:lvl8pPr>
            <a:lvl9pPr algn="l">
              <a:defRPr sz="1875">
                <a:solidFill>
                  <a:srgbClr val="171717"/>
                </a:solidFill>
                <a:latin typeface="Roboto"/>
                <a:ea typeface="Roboto"/>
                <a:cs typeface="Roboto"/>
              </a:defRPr>
            </a:lvl9pPr>
          </a:lstStyle>
          <a:p>
            <a:pPr algn="l">
              <a:defRPr sz="1875">
                <a:solidFill>
                  <a:srgbClr val="171717"/>
                </a:solidFill>
                <a:latin typeface="Roboto"/>
                <a:ea typeface="Roboto"/>
                <a:cs typeface="Roboto"/>
              </a:defRPr>
            </a:pPr>
            <a:r>
              <a:rPr sz="1875" dirty="0" err="1">
                <a:solidFill>
                  <a:srgbClr val="171717"/>
                </a:solidFill>
                <a:latin typeface="Roboto"/>
                <a:ea typeface="Roboto"/>
                <a:cs typeface="Roboto"/>
              </a:rPr>
              <a:t>Маскировка</a:t>
            </a:r>
            <a:r>
              <a:rPr sz="1875" dirty="0">
                <a:solidFill>
                  <a:srgbClr val="171717"/>
                </a:solidFill>
                <a:latin typeface="Roboto"/>
                <a:ea typeface="Roboto"/>
                <a:cs typeface="Roboto"/>
              </a:rPr>
              <a:t> </a:t>
            </a:r>
            <a:r>
              <a:rPr sz="1875" dirty="0" err="1">
                <a:solidFill>
                  <a:srgbClr val="171717"/>
                </a:solidFill>
                <a:latin typeface="Roboto"/>
                <a:ea typeface="Roboto"/>
                <a:cs typeface="Roboto"/>
              </a:rPr>
              <a:t>организаций</a:t>
            </a:r>
            <a:r>
              <a:rPr sz="1875" dirty="0">
                <a:solidFill>
                  <a:srgbClr val="171717"/>
                </a:solidFill>
                <a:latin typeface="Roboto"/>
                <a:ea typeface="Roboto"/>
                <a:cs typeface="Roboto"/>
              </a:rPr>
              <a:t> </a:t>
            </a:r>
            <a:r>
              <a:rPr sz="1875" dirty="0" err="1">
                <a:solidFill>
                  <a:srgbClr val="171717"/>
                </a:solidFill>
                <a:latin typeface="Roboto"/>
                <a:ea typeface="Roboto"/>
                <a:cs typeface="Roboto"/>
              </a:rPr>
              <a:t>требует</a:t>
            </a:r>
            <a:r>
              <a:rPr sz="1875" dirty="0">
                <a:solidFill>
                  <a:srgbClr val="171717"/>
                </a:solidFill>
                <a:latin typeface="Roboto"/>
                <a:ea typeface="Roboto"/>
                <a:cs typeface="Roboto"/>
              </a:rPr>
              <a:t> </a:t>
            </a:r>
            <a:r>
              <a:rPr sz="1875" dirty="0" err="1">
                <a:solidFill>
                  <a:srgbClr val="171717"/>
                </a:solidFill>
                <a:latin typeface="Roboto"/>
                <a:ea typeface="Roboto"/>
                <a:cs typeface="Roboto"/>
              </a:rPr>
              <a:t>доработки</a:t>
            </a:r>
            <a:endParaRPr sz="1875" dirty="0">
              <a:solidFill>
                <a:srgbClr val="171717"/>
              </a:solidFill>
              <a:latin typeface="Roboto"/>
              <a:ea typeface="Roboto"/>
              <a:cs typeface="Roboto"/>
            </a:endParaRPr>
          </a:p>
        </p:txBody>
      </p:sp>
      <p:sp>
        <p:nvSpPr>
          <p:cNvPr id="8" name="4.">
            <a:extLst>
              <a:ext uri="{FF2B5EF4-FFF2-40B4-BE49-F238E27FC236}">
                <a16:creationId xmlns:a16="http://schemas.microsoft.com/office/drawing/2014/main" id="{94B0A9AA-EE56-428B-AC63-36395DE9F410}"/>
              </a:ext>
            </a:extLst>
          </p:cNvPr>
          <p:cNvSpPr>
            <a:spLocks noGrp="1"/>
          </p:cNvSpPr>
          <p:nvPr/>
        </p:nvSpPr>
        <p:spPr>
          <a:xfrm>
            <a:off x="952500" y="3724275"/>
            <a:ext cx="381000" cy="695325"/>
          </a:xfrm>
          <a:prstGeom prst="rect">
            <a:avLst/>
          </a:prstGeom>
          <a:noFill/>
          <a:ln w="0">
            <a:noFill/>
          </a:ln>
        </p:spPr>
        <p:txBody>
          <a:bodyPr wrap="square" lIns="0" tIns="0" rIns="0" bIns="0" anchor="t">
            <a:noAutofit/>
          </a:bodyPr>
          <a:lstStyle>
            <a:defPPr algn="l">
              <a:defRPr sz="1875" b="1">
                <a:solidFill>
                  <a:srgbClr val="3F299A"/>
                </a:solidFill>
                <a:latin typeface="Roboto"/>
                <a:ea typeface="Roboto"/>
                <a:cs typeface="Roboto"/>
              </a:defRPr>
            </a:defPPr>
            <a:lvl1pPr algn="l">
              <a:defRPr sz="1875" b="1">
                <a:solidFill>
                  <a:srgbClr val="3F299A"/>
                </a:solidFill>
                <a:latin typeface="Roboto"/>
                <a:ea typeface="Roboto"/>
                <a:cs typeface="Roboto"/>
              </a:defRPr>
            </a:lvl1pPr>
            <a:lvl2pPr algn="l">
              <a:defRPr sz="1875" b="1">
                <a:solidFill>
                  <a:srgbClr val="3F299A"/>
                </a:solidFill>
                <a:latin typeface="Roboto"/>
                <a:ea typeface="Roboto"/>
                <a:cs typeface="Roboto"/>
              </a:defRPr>
            </a:lvl2pPr>
            <a:lvl3pPr algn="l">
              <a:defRPr sz="1875" b="1">
                <a:solidFill>
                  <a:srgbClr val="3F299A"/>
                </a:solidFill>
                <a:latin typeface="Roboto"/>
                <a:ea typeface="Roboto"/>
                <a:cs typeface="Roboto"/>
              </a:defRPr>
            </a:lvl3pPr>
            <a:lvl4pPr algn="l">
              <a:defRPr sz="1875" b="1">
                <a:solidFill>
                  <a:srgbClr val="3F299A"/>
                </a:solidFill>
                <a:latin typeface="Roboto"/>
                <a:ea typeface="Roboto"/>
                <a:cs typeface="Roboto"/>
              </a:defRPr>
            </a:lvl4pPr>
            <a:lvl5pPr algn="l">
              <a:defRPr sz="1875" b="1">
                <a:solidFill>
                  <a:srgbClr val="3F299A"/>
                </a:solidFill>
                <a:latin typeface="Roboto"/>
                <a:ea typeface="Roboto"/>
                <a:cs typeface="Roboto"/>
              </a:defRPr>
            </a:lvl5pPr>
            <a:lvl6pPr algn="l">
              <a:defRPr sz="1875" b="1">
                <a:solidFill>
                  <a:srgbClr val="3F299A"/>
                </a:solidFill>
                <a:latin typeface="Roboto"/>
                <a:ea typeface="Roboto"/>
                <a:cs typeface="Roboto"/>
              </a:defRPr>
            </a:lvl6pPr>
            <a:lvl7pPr algn="l">
              <a:defRPr sz="1875" b="1">
                <a:solidFill>
                  <a:srgbClr val="3F299A"/>
                </a:solidFill>
                <a:latin typeface="Roboto"/>
                <a:ea typeface="Roboto"/>
                <a:cs typeface="Roboto"/>
              </a:defRPr>
            </a:lvl7pPr>
            <a:lvl8pPr algn="l">
              <a:defRPr sz="1875" b="1">
                <a:solidFill>
                  <a:srgbClr val="3F299A"/>
                </a:solidFill>
                <a:latin typeface="Roboto"/>
                <a:ea typeface="Roboto"/>
                <a:cs typeface="Roboto"/>
              </a:defRPr>
            </a:lvl8pPr>
            <a:lvl9pPr algn="l">
              <a:defRPr sz="1875" b="1">
                <a:solidFill>
                  <a:srgbClr val="3F299A"/>
                </a:solidFill>
                <a:latin typeface="Roboto"/>
                <a:ea typeface="Roboto"/>
                <a:cs typeface="Roboto"/>
              </a:defRPr>
            </a:lvl9pPr>
          </a:lstStyle>
          <a:p>
            <a:pPr algn="l">
              <a:defRPr sz="1875" b="1">
                <a:solidFill>
                  <a:srgbClr val="3F299A"/>
                </a:solidFill>
                <a:latin typeface="Roboto"/>
                <a:ea typeface="Roboto"/>
                <a:cs typeface="Roboto"/>
              </a:defRPr>
            </a:pPr>
            <a:r>
              <a:rPr sz="1875" b="1">
                <a:solidFill>
                  <a:srgbClr val="3F299A"/>
                </a:solidFill>
                <a:latin typeface="Roboto"/>
                <a:ea typeface="Roboto"/>
                <a:cs typeface="Roboto"/>
              </a:rPr>
              <a:t>4.</a:t>
            </a:r>
          </a:p>
        </p:txBody>
      </p:sp>
      <p:sp>
        <p:nvSpPr>
          <p:cNvPr id="9" name="Получен локальный прототип в одном ноутбуке">
            <a:extLst>
              <a:ext uri="{FF2B5EF4-FFF2-40B4-BE49-F238E27FC236}">
                <a16:creationId xmlns:a16="http://schemas.microsoft.com/office/drawing/2014/main" id="{66B95237-E5DD-4A6F-94EA-86DE9ABE11C7}"/>
              </a:ext>
            </a:extLst>
          </p:cNvPr>
          <p:cNvSpPr>
            <a:spLocks noGrp="1"/>
          </p:cNvSpPr>
          <p:nvPr/>
        </p:nvSpPr>
        <p:spPr>
          <a:xfrm>
            <a:off x="1447800" y="3724275"/>
            <a:ext cx="7029450" cy="695325"/>
          </a:xfrm>
          <a:prstGeom prst="rect">
            <a:avLst/>
          </a:prstGeom>
          <a:noFill/>
          <a:ln w="0">
            <a:noFill/>
          </a:ln>
        </p:spPr>
        <p:txBody>
          <a:bodyPr wrap="square" lIns="0" tIns="0" rIns="0" bIns="0" anchor="t">
            <a:noAutofit/>
          </a:bodyPr>
          <a:lstStyle>
            <a:defPPr algn="l">
              <a:defRPr sz="1875">
                <a:solidFill>
                  <a:srgbClr val="171717"/>
                </a:solidFill>
                <a:latin typeface="Roboto"/>
                <a:ea typeface="Roboto"/>
                <a:cs typeface="Roboto"/>
              </a:defRPr>
            </a:defPPr>
            <a:lvl1pPr algn="l">
              <a:defRPr sz="1875">
                <a:solidFill>
                  <a:srgbClr val="171717"/>
                </a:solidFill>
                <a:latin typeface="Roboto"/>
                <a:ea typeface="Roboto"/>
                <a:cs typeface="Roboto"/>
              </a:defRPr>
            </a:lvl1pPr>
            <a:lvl2pPr algn="l">
              <a:defRPr sz="1875">
                <a:solidFill>
                  <a:srgbClr val="171717"/>
                </a:solidFill>
                <a:latin typeface="Roboto"/>
                <a:ea typeface="Roboto"/>
                <a:cs typeface="Roboto"/>
              </a:defRPr>
            </a:lvl2pPr>
            <a:lvl3pPr algn="l">
              <a:defRPr sz="1875">
                <a:solidFill>
                  <a:srgbClr val="171717"/>
                </a:solidFill>
                <a:latin typeface="Roboto"/>
                <a:ea typeface="Roboto"/>
                <a:cs typeface="Roboto"/>
              </a:defRPr>
            </a:lvl3pPr>
            <a:lvl4pPr algn="l">
              <a:defRPr sz="1875">
                <a:solidFill>
                  <a:srgbClr val="171717"/>
                </a:solidFill>
                <a:latin typeface="Roboto"/>
                <a:ea typeface="Roboto"/>
                <a:cs typeface="Roboto"/>
              </a:defRPr>
            </a:lvl4pPr>
            <a:lvl5pPr algn="l">
              <a:defRPr sz="1875">
                <a:solidFill>
                  <a:srgbClr val="171717"/>
                </a:solidFill>
                <a:latin typeface="Roboto"/>
                <a:ea typeface="Roboto"/>
                <a:cs typeface="Roboto"/>
              </a:defRPr>
            </a:lvl5pPr>
            <a:lvl6pPr algn="l">
              <a:defRPr sz="1875">
                <a:solidFill>
                  <a:srgbClr val="171717"/>
                </a:solidFill>
                <a:latin typeface="Roboto"/>
                <a:ea typeface="Roboto"/>
                <a:cs typeface="Roboto"/>
              </a:defRPr>
            </a:lvl6pPr>
            <a:lvl7pPr algn="l">
              <a:defRPr sz="1875">
                <a:solidFill>
                  <a:srgbClr val="171717"/>
                </a:solidFill>
                <a:latin typeface="Roboto"/>
                <a:ea typeface="Roboto"/>
                <a:cs typeface="Roboto"/>
              </a:defRPr>
            </a:lvl7pPr>
            <a:lvl8pPr algn="l">
              <a:defRPr sz="1875">
                <a:solidFill>
                  <a:srgbClr val="171717"/>
                </a:solidFill>
                <a:latin typeface="Roboto"/>
                <a:ea typeface="Roboto"/>
                <a:cs typeface="Roboto"/>
              </a:defRPr>
            </a:lvl8pPr>
            <a:lvl9pPr algn="l">
              <a:defRPr sz="1875">
                <a:solidFill>
                  <a:srgbClr val="171717"/>
                </a:solidFill>
                <a:latin typeface="Roboto"/>
                <a:ea typeface="Roboto"/>
                <a:cs typeface="Roboto"/>
              </a:defRPr>
            </a:lvl9pPr>
          </a:lstStyle>
          <a:p>
            <a:pPr algn="l">
              <a:defRPr sz="1875">
                <a:solidFill>
                  <a:srgbClr val="171717"/>
                </a:solidFill>
                <a:latin typeface="Roboto"/>
                <a:ea typeface="Roboto"/>
                <a:cs typeface="Roboto"/>
              </a:defRPr>
            </a:pPr>
            <a:r>
              <a:rPr sz="1875" dirty="0" err="1">
                <a:solidFill>
                  <a:srgbClr val="171717"/>
                </a:solidFill>
                <a:latin typeface="Roboto"/>
                <a:ea typeface="Roboto"/>
                <a:cs typeface="Roboto"/>
              </a:rPr>
              <a:t>Получен</a:t>
            </a:r>
            <a:r>
              <a:rPr sz="1875" dirty="0">
                <a:solidFill>
                  <a:srgbClr val="171717"/>
                </a:solidFill>
                <a:latin typeface="Roboto"/>
                <a:ea typeface="Roboto"/>
                <a:cs typeface="Roboto"/>
              </a:rPr>
              <a:t> </a:t>
            </a:r>
            <a:r>
              <a:rPr sz="1875" dirty="0" err="1">
                <a:solidFill>
                  <a:srgbClr val="171717"/>
                </a:solidFill>
                <a:latin typeface="Roboto"/>
                <a:ea typeface="Roboto"/>
                <a:cs typeface="Roboto"/>
              </a:rPr>
              <a:t>локальный</a:t>
            </a:r>
            <a:r>
              <a:rPr sz="1875" dirty="0">
                <a:solidFill>
                  <a:srgbClr val="171717"/>
                </a:solidFill>
                <a:latin typeface="Roboto"/>
                <a:ea typeface="Roboto"/>
                <a:cs typeface="Roboto"/>
              </a:rPr>
              <a:t> </a:t>
            </a:r>
            <a:r>
              <a:rPr sz="1875" dirty="0" err="1">
                <a:solidFill>
                  <a:srgbClr val="171717"/>
                </a:solidFill>
                <a:latin typeface="Roboto"/>
                <a:ea typeface="Roboto"/>
                <a:cs typeface="Roboto"/>
              </a:rPr>
              <a:t>прототип</a:t>
            </a:r>
            <a:r>
              <a:rPr sz="1875" dirty="0">
                <a:solidFill>
                  <a:srgbClr val="171717"/>
                </a:solidFill>
                <a:latin typeface="Roboto"/>
                <a:ea typeface="Roboto"/>
                <a:cs typeface="Roboto"/>
              </a:rPr>
              <a:t> </a:t>
            </a:r>
            <a:r>
              <a:rPr sz="1875" dirty="0" err="1">
                <a:solidFill>
                  <a:srgbClr val="171717"/>
                </a:solidFill>
                <a:latin typeface="Roboto"/>
                <a:ea typeface="Roboto"/>
                <a:cs typeface="Roboto"/>
              </a:rPr>
              <a:t>в</a:t>
            </a:r>
            <a:r>
              <a:rPr sz="1875" dirty="0">
                <a:solidFill>
                  <a:srgbClr val="171717"/>
                </a:solidFill>
                <a:latin typeface="Roboto"/>
                <a:ea typeface="Roboto"/>
                <a:cs typeface="Roboto"/>
              </a:rPr>
              <a:t> </a:t>
            </a:r>
            <a:r>
              <a:rPr sz="1875" dirty="0" err="1">
                <a:solidFill>
                  <a:srgbClr val="171717"/>
                </a:solidFill>
                <a:latin typeface="Roboto"/>
                <a:ea typeface="Roboto"/>
                <a:cs typeface="Roboto"/>
              </a:rPr>
              <a:t>одном</a:t>
            </a:r>
            <a:r>
              <a:rPr sz="1875" dirty="0">
                <a:solidFill>
                  <a:srgbClr val="171717"/>
                </a:solidFill>
                <a:latin typeface="Roboto"/>
                <a:ea typeface="Roboto"/>
                <a:cs typeface="Roboto"/>
              </a:rPr>
              <a:t> </a:t>
            </a:r>
            <a:r>
              <a:rPr sz="1875" dirty="0" err="1">
                <a:solidFill>
                  <a:srgbClr val="171717"/>
                </a:solidFill>
                <a:latin typeface="Roboto"/>
                <a:ea typeface="Roboto"/>
                <a:cs typeface="Roboto"/>
              </a:rPr>
              <a:t>ноутбуке</a:t>
            </a:r>
            <a:endParaRPr sz="1875" dirty="0">
              <a:solidFill>
                <a:srgbClr val="171717"/>
              </a:solidFill>
              <a:latin typeface="Roboto"/>
              <a:ea typeface="Roboto"/>
              <a:cs typeface="Roboto"/>
            </a:endParaRPr>
          </a:p>
        </p:txBody>
      </p:sp>
    </p:spTree>
    <p:extLst>
      <p:ext uri="{BB962C8B-B14F-4D97-AF65-F5344CB8AC3E}">
        <p14:creationId xmlns:p14="http://schemas.microsoft.com/office/powerpoint/2010/main" val="1022254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 name="Google Shape;234;p44">
            <a:extLst>
              <a:ext uri="{FF2B5EF4-FFF2-40B4-BE49-F238E27FC236}">
                <a16:creationId xmlns:a16="http://schemas.microsoft.com/office/drawing/2014/main" id="{70F37485-9C2D-42F9-AA16-FDC60C8A114B}"/>
              </a:ext>
            </a:extLst>
          </p:cNvPr>
          <p:cNvPicPr>
            <a:picLocks noChangeAspect="1"/>
          </p:cNvPicPr>
          <p:nvPr/>
        </p:nvPicPr>
        <p:blipFill>
          <a:blip r:embed="rId3">
            <a:alphaModFix/>
          </a:blip>
          <a:stretch>
            <a:fillRect/>
          </a:stretch>
        </p:blipFill>
        <p:spPr>
          <a:xfrm>
            <a:off x="0" y="0"/>
            <a:ext cx="9216020" cy="5143500"/>
          </a:xfrm>
          <a:prstGeom prst="rect">
            <a:avLst/>
          </a:prstGeom>
          <a:ln>
            <a:noFill/>
          </a:ln>
        </p:spPr>
      </p:pic>
      <p:sp>
        <p:nvSpPr>
          <p:cNvPr id="235" name="Google Shape;235;p44">
            <a:extLst>
              <a:ext uri="{FF2B5EF4-FFF2-40B4-BE49-F238E27FC236}">
                <a16:creationId xmlns:a16="http://schemas.microsoft.com/office/drawing/2014/main" id="{FEA75FD8-B342-49A8-896A-1172CDD60D13}"/>
              </a:ext>
            </a:extLst>
          </p:cNvPr>
          <p:cNvSpPr>
            <a:spLocks noGrp="1"/>
          </p:cNvSpPr>
          <p:nvPr>
            <p:ph type="title" idx="4294967295"/>
          </p:nvPr>
        </p:nvSpPr>
        <p:spPr>
          <a:xfrm>
            <a:off x="576453" y="1295796"/>
            <a:ext cx="7620000" cy="914400"/>
          </a:xfrm>
          <a:prstGeom prst="rect">
            <a:avLst/>
          </a:prstGeom>
        </p:spPr>
        <p:txBody>
          <a:bodyPr spcFirstLastPara="1" wrap="square" lIns="0" tIns="0" rIns="0" bIns="0" anchor="t">
            <a:noAutofit/>
          </a:bodyPr>
          <a:lstStyle>
            <a:defPPr algn="l">
              <a:defRPr sz="3600" b="1">
                <a:solidFill>
                  <a:srgbClr val="FFFFFF"/>
                </a:solidFill>
                <a:latin typeface="Roboto"/>
                <a:ea typeface="Roboto"/>
                <a:cs typeface="Roboto"/>
              </a:defRPr>
            </a:defPPr>
            <a:lvl1pPr algn="l">
              <a:buNone/>
              <a:defRPr sz="3600" b="1">
                <a:solidFill>
                  <a:srgbClr val="FFFFFF"/>
                </a:solidFill>
                <a:latin typeface="Roboto"/>
                <a:ea typeface="Roboto"/>
                <a:cs typeface="Roboto"/>
              </a:defRPr>
            </a:lvl1pPr>
            <a:lvl2pPr algn="l">
              <a:buNone/>
              <a:defRPr sz="3600" b="1">
                <a:solidFill>
                  <a:srgbClr val="FFFFFF"/>
                </a:solidFill>
                <a:latin typeface="Roboto"/>
                <a:ea typeface="Roboto"/>
                <a:cs typeface="Roboto"/>
              </a:defRPr>
            </a:lvl2pPr>
            <a:lvl3pPr algn="l">
              <a:buNone/>
              <a:defRPr sz="3600" b="1">
                <a:solidFill>
                  <a:srgbClr val="FFFFFF"/>
                </a:solidFill>
                <a:latin typeface="Roboto"/>
                <a:ea typeface="Roboto"/>
                <a:cs typeface="Roboto"/>
              </a:defRPr>
            </a:lvl3pPr>
            <a:lvl4pPr algn="l">
              <a:buNone/>
              <a:defRPr sz="3600" b="1">
                <a:solidFill>
                  <a:srgbClr val="FFFFFF"/>
                </a:solidFill>
                <a:latin typeface="Roboto"/>
                <a:ea typeface="Roboto"/>
                <a:cs typeface="Roboto"/>
              </a:defRPr>
            </a:lvl4pPr>
            <a:lvl5pPr algn="l">
              <a:buNone/>
              <a:defRPr sz="3600" b="1">
                <a:solidFill>
                  <a:srgbClr val="FFFFFF"/>
                </a:solidFill>
                <a:latin typeface="Roboto"/>
                <a:ea typeface="Roboto"/>
                <a:cs typeface="Roboto"/>
              </a:defRPr>
            </a:lvl5pPr>
            <a:lvl6pPr algn="l">
              <a:buNone/>
              <a:defRPr sz="3600" b="1">
                <a:solidFill>
                  <a:srgbClr val="FFFFFF"/>
                </a:solidFill>
                <a:latin typeface="Roboto"/>
                <a:ea typeface="Roboto"/>
                <a:cs typeface="Roboto"/>
              </a:defRPr>
            </a:lvl6pPr>
            <a:lvl7pPr algn="l">
              <a:buNone/>
              <a:defRPr sz="3600" b="1">
                <a:solidFill>
                  <a:srgbClr val="FFFFFF"/>
                </a:solidFill>
                <a:latin typeface="Roboto"/>
                <a:ea typeface="Roboto"/>
                <a:cs typeface="Roboto"/>
              </a:defRPr>
            </a:lvl7pPr>
            <a:lvl8pPr algn="l">
              <a:buNone/>
              <a:defRPr sz="3600" b="1">
                <a:solidFill>
                  <a:srgbClr val="FFFFFF"/>
                </a:solidFill>
                <a:latin typeface="Roboto"/>
                <a:ea typeface="Roboto"/>
                <a:cs typeface="Roboto"/>
              </a:defRPr>
            </a:lvl8pPr>
            <a:lvl9pPr algn="l">
              <a:buNone/>
              <a:defRPr sz="3600" b="1">
                <a:solidFill>
                  <a:srgbClr val="FFFFFF"/>
                </a:solidFill>
                <a:latin typeface="Roboto"/>
                <a:ea typeface="Roboto"/>
                <a:cs typeface="Roboto"/>
              </a:defRPr>
            </a:lvl9pPr>
          </a:lstStyle>
          <a:p>
            <a:pPr marL="0" lvl="0" indent="0" algn="l">
              <a:spcBef>
                <a:spcPts val="0"/>
              </a:spcBef>
              <a:spcAft>
                <a:spcPts val="0"/>
              </a:spcAft>
              <a:buNone/>
              <a:defRPr sz="3600" b="1">
                <a:solidFill>
                  <a:srgbClr val="FFFFFF"/>
                </a:solidFill>
                <a:latin typeface="Roboto"/>
                <a:ea typeface="Roboto"/>
                <a:cs typeface="Roboto"/>
              </a:defRPr>
            </a:pPr>
            <a:r>
              <a:rPr sz="3600" b="1" dirty="0" err="1">
                <a:solidFill>
                  <a:srgbClr val="FFFFFF"/>
                </a:solidFill>
                <a:latin typeface="Roboto"/>
                <a:ea typeface="Roboto"/>
                <a:cs typeface="Roboto"/>
              </a:rPr>
              <a:t>Спасибо</a:t>
            </a:r>
            <a:r>
              <a:rPr sz="3600" b="1" dirty="0">
                <a:solidFill>
                  <a:srgbClr val="FFFFFF"/>
                </a:solidFill>
                <a:latin typeface="Roboto"/>
                <a:ea typeface="Roboto"/>
                <a:cs typeface="Roboto"/>
              </a:rPr>
              <a:t> </a:t>
            </a:r>
            <a:r>
              <a:rPr sz="3600" b="1" dirty="0" err="1">
                <a:solidFill>
                  <a:srgbClr val="FFFFFF"/>
                </a:solidFill>
                <a:latin typeface="Roboto"/>
                <a:ea typeface="Roboto"/>
                <a:cs typeface="Roboto"/>
              </a:rPr>
              <a:t>за</a:t>
            </a:r>
            <a:r>
              <a:rPr sz="3600" b="1" dirty="0">
                <a:solidFill>
                  <a:srgbClr val="FFFFFF"/>
                </a:solidFill>
                <a:latin typeface="Roboto"/>
                <a:ea typeface="Roboto"/>
                <a:cs typeface="Roboto"/>
              </a:rPr>
              <a:t> </a:t>
            </a:r>
            <a:r>
              <a:rPr sz="3600" b="1" dirty="0" err="1">
                <a:solidFill>
                  <a:srgbClr val="FFFFFF"/>
                </a:solidFill>
                <a:latin typeface="Roboto"/>
                <a:ea typeface="Roboto"/>
                <a:cs typeface="Roboto"/>
              </a:rPr>
              <a:t>внимание</a:t>
            </a:r>
            <a:r>
              <a:rPr sz="3600" b="1" dirty="0">
                <a:solidFill>
                  <a:srgbClr val="FFFFFF"/>
                </a:solidFill>
                <a:latin typeface="Roboto"/>
                <a:ea typeface="Roboto"/>
                <a:cs typeface="Roboto"/>
              </a:rPr>
              <a:t>!</a:t>
            </a:r>
            <a:endParaRPr sz="5000" dirty="0">
              <a:solidFill>
                <a:schemeClr val="lt1"/>
              </a:solidFill>
            </a:endParaRPr>
          </a:p>
        </p:txBody>
      </p:sp>
      <p:pic>
        <p:nvPicPr>
          <p:cNvPr id="236" name="Google Shape;236;p44">
            <a:extLst>
              <a:ext uri="{FF2B5EF4-FFF2-40B4-BE49-F238E27FC236}">
                <a16:creationId xmlns:a16="http://schemas.microsoft.com/office/drawing/2014/main" id="{4DE02C8F-0532-4701-8E02-A05E100492DB}"/>
              </a:ext>
            </a:extLst>
          </p:cNvPr>
          <p:cNvPicPr>
            <a:picLocks noChangeAspect="1"/>
          </p:cNvPicPr>
          <p:nvPr/>
        </p:nvPicPr>
        <p:blipFill>
          <a:blip r:embed="rId4">
            <a:alphaModFix/>
          </a:blip>
          <a:stretch>
            <a:fillRect/>
          </a:stretch>
        </p:blipFill>
        <p:spPr>
          <a:xfrm>
            <a:off x="6727300" y="231871"/>
            <a:ext cx="2270875" cy="3042250"/>
          </a:xfrm>
          <a:prstGeom prst="rect">
            <a:avLst/>
          </a:prstGeom>
          <a:ln>
            <a:noFill/>
          </a:ln>
        </p:spPr>
      </p:pic>
    </p:spTree>
    <p:extLst>
      <p:ext uri="{BB962C8B-B14F-4D97-AF65-F5344CB8AC3E}">
        <p14:creationId xmlns:p14="http://schemas.microsoft.com/office/powerpoint/2010/main" val="1834806031"/>
      </p:ext>
    </p:extLst>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6402BA"/>
      </a:dk2>
      <a:lt2>
        <a:srgbClr val="EEEEEE"/>
      </a:lt2>
      <a:accent1>
        <a:srgbClr val="7629BA"/>
      </a:accent1>
      <a:accent2>
        <a:srgbClr val="8B8EE3"/>
      </a:accent2>
      <a:accent3>
        <a:srgbClr val="BFC1F0"/>
      </a:accent3>
      <a:accent4>
        <a:srgbClr val="FFAB40"/>
      </a:accent4>
      <a:accent5>
        <a:srgbClr val="0097A7"/>
      </a:accent5>
      <a:accent6>
        <a:srgbClr val="EEFF41"/>
      </a:accent6>
      <a:hlink>
        <a:srgbClr val="8B8E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2101</Words>
  <Application>Microsoft Macintosh PowerPoint</Application>
  <DocSecurity>0</DocSecurity>
  <PresentationFormat>Экран (16:9)</PresentationFormat>
  <Paragraphs>304</Paragraphs>
  <Slides>19</Slides>
  <Notes>19</Notes>
  <HiddenSlides>0</HiddenSlides>
  <MMClips>0</MMClips>
  <ScaleCrop>false</ScaleCrop>
  <HeadingPairs>
    <vt:vector size="6" baseType="variant">
      <vt:variant>
        <vt:lpstr>Использованные шрифты</vt:lpstr>
      </vt:variant>
      <vt:variant>
        <vt:i4>4</vt:i4>
      </vt:variant>
      <vt:variant>
        <vt:lpstr>Тема</vt:lpstr>
      </vt:variant>
      <vt:variant>
        <vt:i4>3</vt:i4>
      </vt:variant>
      <vt:variant>
        <vt:lpstr>Заголовки слайдов</vt:lpstr>
      </vt:variant>
      <vt:variant>
        <vt:i4>19</vt:i4>
      </vt:variant>
    </vt:vector>
  </HeadingPairs>
  <TitlesOfParts>
    <vt:vector size="26" baseType="lpstr">
      <vt:lpstr>Roboto</vt:lpstr>
      <vt:lpstr>Roboto Medium</vt:lpstr>
      <vt:lpstr>Arial</vt:lpstr>
      <vt:lpstr>Courier New</vt:lpstr>
      <vt:lpstr>Светлая тема</vt:lpstr>
      <vt:lpstr>Светлая тема</vt:lpstr>
      <vt:lpstr>Светлая тема</vt:lpstr>
      <vt:lpstr>Презентация PowerPoint</vt:lpstr>
      <vt:lpstr>Автор и контекст проекта</vt:lpstr>
      <vt:lpstr>Презентация PowerPoint</vt:lpstr>
      <vt:lpstr>Технологии проекта</vt:lpstr>
      <vt:lpstr>Исходное обучение: Collection3</vt:lpstr>
      <vt:lpstr>Презентация PowerPoint</vt:lpstr>
      <vt:lpstr>Обработка ячейки Excel</vt:lpstr>
      <vt:lpstr>Collection3: выбор модели обучения</vt:lpstr>
      <vt:lpstr>Collection3: результат на test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Aleksey Petrishchev</cp:lastModifiedBy>
  <cp:revision>9</cp:revision>
  <dcterms:created xsi:type="dcterms:W3CDTF">2026-10-26T16:03:13Z</dcterms:created>
  <dcterms:modified xsi:type="dcterms:W3CDTF">2026-10-26T18:49:28Z</dcterms:modified>
</cp:coreProperties>
</file>